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467a6aab3f42de" /><Relationship Type="http://schemas.openxmlformats.org/officeDocument/2006/relationships/extended-properties" Target="/docProps/app.xml" Id="R3a7a7f487846412d" /><Relationship Type="http://schemas.openxmlformats.org/officeDocument/2006/relationships/officeDocument" Target="/ppt/presentation.xml" Id="Rafbd7204ebd648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bcd3f297974cfe"/>
  </p:sldMasterIdLst>
  <p:notesMasterIdLst>
    <p:notesMasterId xmlns:r="http://schemas.openxmlformats.org/officeDocument/2006/relationships" r:id="R71a15db6e7e04683"/>
  </p:notesMasterIdLst>
  <p:sldIdLst>
    <p:sldId xmlns:r="http://schemas.openxmlformats.org/officeDocument/2006/relationships" id="256" r:id="R9832131273d64ec2"/>
    <p:sldId xmlns:r="http://schemas.openxmlformats.org/officeDocument/2006/relationships" id="257" r:id="R345b0c721e234212"/>
    <p:sldId xmlns:r="http://schemas.openxmlformats.org/officeDocument/2006/relationships" id="258" r:id="Rc8470dd6ffd14382"/>
    <p:sldId xmlns:r="http://schemas.openxmlformats.org/officeDocument/2006/relationships" id="259" r:id="R74b41c0e3f674c8d"/>
    <p:sldId xmlns:r="http://schemas.openxmlformats.org/officeDocument/2006/relationships" id="260" r:id="Rff2ea95798d540b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d0099074ef46b8" /><Relationship Type="http://schemas.openxmlformats.org/officeDocument/2006/relationships/slideMaster" Target="/ppt/slideMasters/slideMaster1.xml" Id="Rd7bcd3f297974cfe" /><Relationship Type="http://schemas.openxmlformats.org/officeDocument/2006/relationships/notesMaster" Target="/ppt/notesMasters/notesMaster1.xml" Id="R71a15db6e7e04683" /><Relationship Type="http://schemas.openxmlformats.org/officeDocument/2006/relationships/presProps" Target="/ppt/presProps.xml" Id="Rcb04e71d15a54f0b" /><Relationship Type="http://schemas.openxmlformats.org/officeDocument/2006/relationships/tableStyles" Target="/ppt/tableStyles.xml" Id="R13c7f870d6064fb2" /><Relationship Type="http://schemas.openxmlformats.org/officeDocument/2006/relationships/slide" Target="/ppt/slides/slide1.xml" Id="R9832131273d64ec2" /><Relationship Type="http://schemas.openxmlformats.org/officeDocument/2006/relationships/slide" Target="/ppt/slides/slide2.xml" Id="R345b0c721e234212" /><Relationship Type="http://schemas.openxmlformats.org/officeDocument/2006/relationships/slide" Target="/ppt/slides/slide3.xml" Id="Rc8470dd6ffd14382" /><Relationship Type="http://schemas.openxmlformats.org/officeDocument/2006/relationships/slide" Target="/ppt/slides/slide4.xml" Id="R74b41c0e3f674c8d" /><Relationship Type="http://schemas.openxmlformats.org/officeDocument/2006/relationships/slide" Target="/ppt/slides/slide5.xml" Id="Rff2ea95798d540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364522405045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2c78bea8cf450f" /><Relationship Type="http://schemas.openxmlformats.org/officeDocument/2006/relationships/notesMaster" Target="/ppt/notesMasters/notesMaster1.xml" Id="R5f835f1e11fc4e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638483d79040eb" /><Relationship Type="http://schemas.openxmlformats.org/officeDocument/2006/relationships/notesMaster" Target="/ppt/notesMasters/notesMaster1.xml" Id="R55728c9d24d544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b569b88df3427b" /><Relationship Type="http://schemas.openxmlformats.org/officeDocument/2006/relationships/notesMaster" Target="/ppt/notesMasters/notesMaster1.xml" Id="Ra644d61fa58340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3de0c835bf4398" /><Relationship Type="http://schemas.openxmlformats.org/officeDocument/2006/relationships/notesMaster" Target="/ppt/notesMasters/notesMaster1.xml" Id="Reecaea9a14964a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c6c1828da1451a" /><Relationship Type="http://schemas.openxmlformats.org/officeDocument/2006/relationships/notesMaster" Target="/ppt/notesMasters/notesMaster1.xml" Id="R3f1a9a88b41048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dba12047e43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67d30f65604fae" /><Relationship Type="http://schemas.openxmlformats.org/officeDocument/2006/relationships/slideLayout" Target="/ppt/slideLayouts/slideLayout1.xml" Id="Rc3bf5822657949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bf5822657949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e2fd46bac43f2" /><Relationship Type="http://schemas.openxmlformats.org/officeDocument/2006/relationships/notesSlide" Target="/ppt/notesSlides/notesSlide1.xml" Id="R9e00f457486849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2e9f9af794178" /><Relationship Type="http://schemas.openxmlformats.org/officeDocument/2006/relationships/notesSlide" Target="/ppt/notesSlides/notesSlide2.xml" Id="Rd7eeadfdf4364c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b0f0978bc4006" /><Relationship Type="http://schemas.openxmlformats.org/officeDocument/2006/relationships/notesSlide" Target="/ppt/notesSlides/notesSlide3.xml" Id="R74c92a47499b42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466b277494e68" /><Relationship Type="http://schemas.openxmlformats.org/officeDocument/2006/relationships/notesSlide" Target="/ppt/notesSlides/notesSlide4.xml" Id="Rb1919c5528e24d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d1471f1194b54" /><Relationship Type="http://schemas.openxmlformats.org/officeDocument/2006/relationships/notesSlide" Target="/ppt/notesSlides/notesSlide5.xml" Id="R334f132ff67245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543ED7F-62F1-461D-A2B0-6DEDB4AD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3C505-2D26-4B40-A35A-467E1734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28"/>
          </a:solidFill>
          <a:ln xmlns:a="http://schemas.openxmlformats.org/drawingml/2006/main" w="0">
            <a:solidFill>
              <a:srgbClr val="0A18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181D5-C1DF-488F-8E2C-E8621FBB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BACDF-82C7-4B2F-B915-7CF4ED6E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19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CC2FF"/>
                </a:solidFill>
              </a:defRPr>
            </a:pPr>
            <a:r>
              <a:rPr sz="1200" b="1" i="0">
                <a:solidFill>
                  <a:srgbClr val="4CC2FF"/>
                </a:solidFill>
              </a:rPr>
              <a:t>TASK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78745-0302-4797-8630-4777E712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71525"/>
            <a:ext cx="1428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3A55"/>
          </a:solidFill>
          <a:ln xmlns:a="http://schemas.openxmlformats.org/drawingml/2006/main" w="0">
            <a:solidFill>
              <a:srgbClr val="113A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60951-FDDD-4266-B0B0-DC73F1BF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191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3A55"/>
          </a:solidFill>
          <a:ln xmlns:a="http://schemas.openxmlformats.org/drawingml/2006/main" w="9525">
            <a:solidFill>
              <a:srgbClr val="4CC2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DB9F4-4B18-43EE-936E-C1D1E2DA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66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4CC2FF"/>
                </a:solidFill>
              </a:defRPr>
            </a:pPr>
            <a:r>
              <a:rPr sz="1050" b="1" i="0">
                <a:solidFill>
                  <a:srgbClr val="4CC2FF"/>
                </a:solidFill>
              </a:rPr>
              <a:t>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DA1A8-7211-4805-BB46-CAA329E5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3F8FD"/>
                </a:solidFill>
              </a:defRPr>
            </a:pPr>
            <a:r>
              <a:rPr sz="975" b="1" i="0">
                <a:solidFill>
                  <a:srgbClr val="F3F8FD"/>
                </a:solidFill>
              </a:rPr>
              <a:t>Fleet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D56AE-F4F6-46EF-BD81-DB888A34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335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8F8D0-C56D-4F5A-8093-6CFB2275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DA5BB"/>
                </a:solidFill>
              </a:defRPr>
            </a:pPr>
            <a:r>
              <a:rPr sz="1050" b="1" i="0">
                <a:solidFill>
                  <a:srgbClr val="8DA5BB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49AD5-8736-40A1-9A8E-6B3BAE61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6C152-8E73-4E9E-A30A-F5801879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47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09D5B-AFF6-4669-911A-D22E376E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95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DA5BB"/>
                </a:solidFill>
              </a:defRPr>
            </a:pPr>
            <a:r>
              <a:rPr sz="1050" b="1" i="0">
                <a:solidFill>
                  <a:srgbClr val="8DA5BB"/>
                </a:solidFill>
              </a:rPr>
              <a:t>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311B1B-9294-4B6E-A51E-93E20F28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Observatory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A2E13-ED58-4C40-8F98-FA7DF8D5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6E4D8-23C0-48B8-8E3D-28D0420B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098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DA5BB"/>
                </a:solidFill>
              </a:defRPr>
            </a:pPr>
            <a:r>
              <a:rPr sz="1050" b="1" i="0">
                <a:solidFill>
                  <a:srgbClr val="8DA5BB"/>
                </a:solidFill>
              </a:rPr>
              <a:t>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F5F9D-4473-483A-92C1-F4CDD7BA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Routines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1964B2-1238-4EF8-81E5-AA8E536A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876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3DD0D-4E5F-4535-B34E-1F8124E7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24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DA5BB"/>
                </a:solidFill>
              </a:defRPr>
            </a:pPr>
            <a:r>
              <a:rPr sz="1050" b="1" i="0">
                <a:solidFill>
                  <a:srgbClr val="8DA5BB"/>
                </a:solidFill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E40D9-DD51-4544-A8D5-887E8F47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CE1821-6497-4D08-B2F0-F3D7479E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52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646D91-AD63-409B-B914-E0C2B995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3F8FD"/>
                </a:solidFill>
              </a:defRPr>
            </a:pPr>
            <a:r>
              <a:rPr sz="825" b="1" i="0">
                <a:solidFill>
                  <a:srgbClr val="F3F8FD"/>
                </a:solidFill>
              </a:rPr>
              <a:t>main · orchestrator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C42106-4C5A-4911-A520-E4B4D284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481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DA5BB"/>
                </a:solidFill>
              </a:defRPr>
            </a:pPr>
            <a:r>
              <a:rPr sz="825" b="0" i="0">
                <a:solidFill>
                  <a:srgbClr val="8DA5BB"/>
                </a:solidFill>
              </a:rPr>
              <a:t>sha 9bc83f2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2E6922-2F8E-4173-A947-AA825664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210300"/>
            <a:ext cx="131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F24D83-FEF9-4FFF-B3D7-E201A31F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A1"/>
          </a:solidFill>
          <a:ln xmlns:a="http://schemas.openxmlformats.org/drawingml/2006/main" w="0">
            <a:solidFill>
              <a:srgbClr val="55D6A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F646BD-686B-4890-A3C3-369B02AD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DA5BB"/>
                </a:solidFill>
              </a:defRPr>
            </a:pPr>
            <a:r>
              <a:rPr sz="900" b="1" i="0">
                <a:solidFill>
                  <a:srgbClr val="8DA5BB"/>
                </a:solidFill>
              </a:rPr>
              <a:t>System healthy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A28CF8-67AC-4F7A-A7B1-89F28A58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3F8FD"/>
                </a:solidFill>
              </a:defRPr>
            </a:pPr>
            <a:r>
              <a:rPr sz="1350" b="1" i="0">
                <a:solidFill>
                  <a:srgbClr val="F3F8FD"/>
                </a:solidFill>
              </a:rPr>
              <a:t>Fleet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49E240-B1AB-4E8B-96ED-99CCF310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3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35FA58-609A-44EB-9672-4A12F1B7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01 · PERSISTENT INSPECTOR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433237-E9BB-4B1E-B7F3-C02D8DBE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0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8DA5BB"/>
                </a:solidFill>
              </a:defRPr>
            </a:pPr>
            <a:r>
              <a:rPr sz="900" b="1" i="0">
                <a:solidFill>
                  <a:srgbClr val="8DA5BB"/>
                </a:solidFill>
              </a:rPr>
              <a:t>⌘ 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C7E31A-E2A1-4B08-A90F-25899489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0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A55"/>
          </a:solidFill>
          <a:ln xmlns:a="http://schemas.openxmlformats.org/drawingml/2006/main" w="9525">
            <a:solidFill>
              <a:srgbClr val="4CC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679C82-46F3-4CAE-9917-90F4777C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4CC2FF"/>
                </a:solidFill>
              </a:defRPr>
            </a:pPr>
            <a:r>
              <a:rPr sz="975" b="1" i="0">
                <a:solidFill>
                  <a:srgbClr val="4CC2FF"/>
                </a:solidFill>
              </a:rPr>
              <a:t>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B6AC26-0EA5-416D-AB5F-84BE75F2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81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3F8FD"/>
                </a:solidFill>
              </a:defRPr>
            </a:pPr>
            <a:r>
              <a:rPr sz="1800" b="1" i="0">
                <a:solidFill>
                  <a:srgbClr val="F3F8FD"/>
                </a:solidFill>
              </a:rPr>
              <a:t>Fleet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789EF2-77EA-46A0-9C49-516A0CC4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104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8 runs · updated 6 seconds ago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C884B5-5A44-45A9-ACE9-C6E4F435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838200"/>
            <a:ext cx="704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FE7D87-A5D4-4055-8DF3-7AB11F41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9048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3F8FD"/>
                </a:solidFill>
              </a:defRPr>
            </a:pPr>
            <a:r>
              <a:rPr sz="825" b="1" i="0">
                <a:solidFill>
                  <a:srgbClr val="F3F8FD"/>
                </a:solidFill>
              </a:rPr>
              <a:t>Filters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19F1AB-2627-453B-91BA-D04F24CD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38200"/>
            <a:ext cx="8382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CC2FF"/>
          </a:solidFill>
          <a:ln xmlns:a="http://schemas.openxmlformats.org/drawingml/2006/main" w="0">
            <a:solidFill>
              <a:srgbClr val="4CC2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CBE7A3-7D18-40E2-804B-365EB228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048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6131E"/>
                </a:solidFill>
              </a:defRPr>
            </a:pPr>
            <a:r>
              <a:rPr sz="825" b="1" i="0">
                <a:solidFill>
                  <a:srgbClr val="06131E"/>
                </a:solidFill>
              </a:rPr>
              <a:t>New run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7639D4-723D-4152-A8CD-97F525A0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08585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72F"/>
          </a:solidFill>
          <a:ln xmlns:a="http://schemas.openxmlformats.org/drawingml/2006/main" w="9525">
            <a:solidFill>
              <a:srgbClr val="55D6A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8BE8EA-F836-46AD-8770-D590F135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1239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5D6A1"/>
                </a:solidFill>
              </a:defRPr>
            </a:pPr>
            <a:r>
              <a:rPr sz="900" b="1" i="0">
                <a:solidFill>
                  <a:srgbClr val="55D6A1"/>
                </a:solidFill>
              </a:rPr>
              <a:t>NOTHING NEEDS YOU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C56DB3-7655-4D76-AD46-1B4DE725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504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DA5BB"/>
                </a:solidFill>
              </a:defRPr>
            </a:pPr>
            <a:r>
              <a:rPr sz="900" b="1" i="0">
                <a:solidFill>
                  <a:srgbClr val="8DA5BB"/>
                </a:solidFill>
              </a:rPr>
              <a:t>ACTIVE RUNS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236BA7-099D-4A17-B1E2-63C39656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097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RUN / ROUTINE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B0D1CA-2EE0-400B-AC0B-114B6107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STATE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89109D-D384-4FBC-AC94-164CE2AB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LAST EVENT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72FBA8-9570-47A0-AF17-44365A69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38350"/>
            <a:ext cx="54292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13A55"/>
          </a:solidFill>
          <a:ln xmlns:a="http://schemas.openxmlformats.org/drawingml/2006/main" w="19050">
            <a:solidFill>
              <a:srgbClr val="4CC2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C316AF-EF5E-4A09-8D1D-A80EDDFE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19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A1"/>
          </a:solidFill>
          <a:ln xmlns:a="http://schemas.openxmlformats.org/drawingml/2006/main" w="0">
            <a:solidFill>
              <a:srgbClr val="55D6A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AE69A6-B8BA-4B4A-BCDB-CAE4AC3B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621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F8FD"/>
                </a:solidFill>
              </a:defRPr>
            </a:pPr>
            <a:r>
              <a:rPr sz="1050" b="1" i="0">
                <a:solidFill>
                  <a:srgbClr val="F3F8FD"/>
                </a:solidFill>
              </a:rPr>
              <a:t>r314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6A0C0F-5233-418B-B0A3-791EBF5B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6217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F8FD"/>
                </a:solidFill>
              </a:defRPr>
            </a:pPr>
            <a:r>
              <a:rPr sz="1050" b="1" i="0">
                <a:solidFill>
                  <a:srgbClr val="F3F8FD"/>
                </a:solidFill>
              </a:rPr>
              <a:t>verify-claim-sweep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C2D7C0-AF64-4037-AEAD-53A8756C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43125"/>
            <a:ext cx="876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72F"/>
          </a:solidFill>
          <a:ln xmlns:a="http://schemas.openxmlformats.org/drawingml/2006/main" w="0">
            <a:solidFill>
              <a:srgbClr val="14372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F46BFF-B6C7-48B5-973B-91CE72F5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1812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5D6A1"/>
                </a:solidFill>
              </a:defRPr>
            </a:pPr>
            <a:r>
              <a:rPr sz="825" b="1" i="0">
                <a:solidFill>
                  <a:srgbClr val="55D6A1"/>
                </a:solidFill>
              </a:rPr>
              <a:t>ACTIVE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09A05E-E361-439C-8A5E-29E00390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DA5BB"/>
                </a:solidFill>
              </a:defRPr>
            </a:pPr>
            <a:r>
              <a:rPr sz="900" b="0" i="0">
                <a:solidFill>
                  <a:srgbClr val="8DA5BB"/>
                </a:solidFill>
              </a:rPr>
              <a:t>6s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1C594A7-148A-4A66-8101-542DBDB0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479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DA5BB"/>
                </a:solidFill>
              </a:defRPr>
            </a:pPr>
            <a:r>
              <a:rPr sz="900" b="0" i="0">
                <a:solidFill>
                  <a:srgbClr val="8DA5BB"/>
                </a:solidFill>
              </a:rPr>
              <a:t>$1.94 / $12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5E6B15-B7D7-446C-AE5D-06FDC1F7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479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5D6A1"/>
                </a:solidFill>
              </a:defRPr>
            </a:pPr>
            <a:r>
              <a:rPr sz="900" b="1" i="0">
                <a:solidFill>
                  <a:srgbClr val="55D6A1"/>
                </a:solidFill>
              </a:rPr>
              <a:t>frontier emitting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8938230-E151-4468-B15D-2039E2DD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38450"/>
            <a:ext cx="54292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22D052-35EA-40A4-8B62-BB9DE5E9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19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A1"/>
          </a:solidFill>
          <a:ln xmlns:a="http://schemas.openxmlformats.org/drawingml/2006/main" w="0">
            <a:solidFill>
              <a:srgbClr val="55D6A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CB7FDF2-DDD7-4711-9F47-772E447A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622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F8FD"/>
                </a:solidFill>
              </a:defRPr>
            </a:pPr>
            <a:r>
              <a:rPr sz="1050" b="1" i="0">
                <a:solidFill>
                  <a:srgbClr val="F3F8FD"/>
                </a:solidFill>
              </a:rPr>
              <a:t>r315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BC150B3-5BB8-4F60-917F-D7293BD1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6227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F8FD"/>
                </a:solidFill>
              </a:defRPr>
            </a:pPr>
            <a:r>
              <a:rPr sz="1050" b="1" i="0">
                <a:solidFill>
                  <a:srgbClr val="F3F8FD"/>
                </a:solidFill>
              </a:rPr>
              <a:t>w8-driver-shrink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DA85497-7BDA-44FA-8996-EFBDD834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43225"/>
            <a:ext cx="876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72F"/>
          </a:solidFill>
          <a:ln xmlns:a="http://schemas.openxmlformats.org/drawingml/2006/main" w="0">
            <a:solidFill>
              <a:srgbClr val="14372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BF2B421-6F87-4A39-ADDD-975F1556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9813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5D6A1"/>
                </a:solidFill>
              </a:defRPr>
            </a:pPr>
            <a:r>
              <a:rPr sz="825" b="1" i="0">
                <a:solidFill>
                  <a:srgbClr val="55D6A1"/>
                </a:solidFill>
              </a:rPr>
              <a:t>ACTIVE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790105E-0597-4DC6-A164-739874B1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DA5BB"/>
                </a:solidFill>
              </a:defRPr>
            </a:pPr>
            <a:r>
              <a:rPr sz="900" b="0" i="0">
                <a:solidFill>
                  <a:srgbClr val="8DA5BB"/>
                </a:solidFill>
              </a:rPr>
              <a:t>12s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72C9821-0AB1-4BB5-975B-5B6E5B92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480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DA5BB"/>
                </a:solidFill>
              </a:defRPr>
            </a:pPr>
            <a:r>
              <a:rPr sz="900" b="0" i="0">
                <a:solidFill>
                  <a:srgbClr val="8DA5BB"/>
                </a:solidFill>
              </a:rPr>
              <a:t>$1.32 / $10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1D4CC47-8045-4C1B-B973-B42C7BEE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480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5D6A1"/>
                </a:solidFill>
              </a:defRPr>
            </a:pPr>
            <a:r>
              <a:rPr sz="900" b="1" i="0">
                <a:solidFill>
                  <a:srgbClr val="55D6A1"/>
                </a:solidFill>
              </a:rPr>
              <a:t>frontier emitting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A302BDE-4555-4BE5-9EE2-C46D19A5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38550"/>
            <a:ext cx="54292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8A4E4A-0086-4D83-B2B6-4E41454D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A1"/>
          </a:solidFill>
          <a:ln xmlns:a="http://schemas.openxmlformats.org/drawingml/2006/main" w="0">
            <a:solidFill>
              <a:srgbClr val="55D6A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80D7BF0-4A55-44C9-80DE-A7FBB052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623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F8FD"/>
                </a:solidFill>
              </a:defRPr>
            </a:pPr>
            <a:r>
              <a:rPr sz="1050" b="1" i="0">
                <a:solidFill>
                  <a:srgbClr val="F3F8FD"/>
                </a:solidFill>
              </a:rPr>
              <a:t>r313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F68B224-4450-412B-AFBF-3D7C0BBD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6237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F8FD"/>
                </a:solidFill>
              </a:defRPr>
            </a:pPr>
            <a:r>
              <a:rPr sz="1050" b="1" i="0">
                <a:solidFill>
                  <a:srgbClr val="F3F8FD"/>
                </a:solidFill>
              </a:rPr>
              <a:t>repo-clone-guard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972B0B4-8B8A-4CF3-8CA5-02E00AF7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43325"/>
            <a:ext cx="876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72F"/>
          </a:solidFill>
          <a:ln xmlns:a="http://schemas.openxmlformats.org/drawingml/2006/main" w="0">
            <a:solidFill>
              <a:srgbClr val="14372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1B1C296-02B2-4E26-A29A-49323D7E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7814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5D6A1"/>
                </a:solidFill>
              </a:defRPr>
            </a:pPr>
            <a:r>
              <a:rPr sz="825" b="1" i="0">
                <a:solidFill>
                  <a:srgbClr val="55D6A1"/>
                </a:solidFill>
              </a:rPr>
              <a:t>ACTIVE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B5CFF3D-BD73-4D3B-9F9F-CCB30DB8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719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DA5BB"/>
                </a:solidFill>
              </a:defRPr>
            </a:pPr>
            <a:r>
              <a:rPr sz="900" b="0" i="0">
                <a:solidFill>
                  <a:srgbClr val="8DA5BB"/>
                </a:solidFill>
              </a:rPr>
              <a:t>2m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2FFD265-53B5-4348-ADA1-40E02206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481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DA5BB"/>
                </a:solidFill>
              </a:defRPr>
            </a:pPr>
            <a:r>
              <a:rPr sz="900" b="0" i="0">
                <a:solidFill>
                  <a:srgbClr val="8DA5BB"/>
                </a:solidFill>
              </a:rPr>
              <a:t>$1.05 / $12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F5C92A0-EAE8-4197-9249-F64378B9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481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5D6A1"/>
                </a:solidFill>
              </a:defRPr>
            </a:pPr>
            <a:r>
              <a:rPr sz="900" b="1" i="0">
                <a:solidFill>
                  <a:srgbClr val="55D6A1"/>
                </a:solidFill>
              </a:rPr>
              <a:t>frontier emitting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6AC3BD0-053F-49F2-A832-FFA594E3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04950"/>
            <a:ext cx="4438650" cy="50482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19050">
            <a:solidFill>
              <a:srgbClr val="4CC2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AC083D5-D975-4C72-BB3F-4985FE38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335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4CC2FF"/>
                </a:solidFill>
              </a:defRPr>
            </a:pPr>
            <a:r>
              <a:rPr sz="825" b="1" i="0">
                <a:solidFill>
                  <a:srgbClr val="4CC2FF"/>
                </a:solidFill>
              </a:rPr>
              <a:t>SELECTED RUN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A262BB6-2BD3-4FDC-B19E-324246B8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81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F8FD"/>
                </a:solidFill>
              </a:defRPr>
            </a:pPr>
            <a:r>
              <a:rPr sz="1500" b="1" i="0">
                <a:solidFill>
                  <a:srgbClr val="F3F8FD"/>
                </a:solidFill>
              </a:rPr>
              <a:t>r314 · verify-claim-sweep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0440584-41BC-43FC-B115-C24B8385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047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A1"/>
          </a:solidFill>
          <a:ln xmlns:a="http://schemas.openxmlformats.org/drawingml/2006/main" w="0">
            <a:solidFill>
              <a:srgbClr val="55D6A1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466FDCC-8736-4580-86F7-AD6FE81C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000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DA5BB"/>
                </a:solidFill>
              </a:defRPr>
            </a:pPr>
            <a:r>
              <a:rPr sz="975" b="1" i="0">
                <a:solidFill>
                  <a:srgbClr val="8DA5BB"/>
                </a:solidFill>
              </a:rPr>
              <a:t>Healthy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CF2F5D4-BFEE-448F-990B-EA0C5C40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CURRENT FRONTIER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D356108-FDD0-4C93-8EF8-358B3B6F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4322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470A815-DAC6-49C5-9ECD-B024142F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4320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55D6A1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F3E10B0-2BB0-490D-B01F-E50D168D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4797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F8FD"/>
                </a:solidFill>
              </a:defRPr>
            </a:pPr>
            <a:r>
              <a:rPr sz="900" b="1" i="0">
                <a:solidFill>
                  <a:srgbClr val="F3F8FD"/>
                </a:solidFill>
              </a:rPr>
              <a:t>plan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B6BAE51-59E5-41B3-ACB4-53E63B32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4322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E5AAB6E-802E-4585-8A06-88C0DDB4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4320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3A55"/>
          </a:solidFill>
          <a:ln xmlns:a="http://schemas.openxmlformats.org/drawingml/2006/main" w="19050">
            <a:solidFill>
              <a:srgbClr val="4CC2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66CF9EC-3012-491A-9F5A-FC7CBEF8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4797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F8FD"/>
                </a:solidFill>
              </a:defRPr>
            </a:pPr>
            <a:r>
              <a:rPr sz="900" b="1" i="0">
                <a:solidFill>
                  <a:srgbClr val="F3F8FD"/>
                </a:solidFill>
              </a:rPr>
              <a:t>build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EFF7CD1-43D0-4336-A59F-99C124C4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4322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0DE8A4B-3A1E-462A-B535-F269FD00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168B319-449B-4D54-90F5-6C6AA559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4797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F8FD"/>
                </a:solidFill>
              </a:defRPr>
            </a:pPr>
            <a:r>
              <a:rPr sz="900" b="1" i="0">
                <a:solidFill>
                  <a:srgbClr val="F3F8FD"/>
                </a:solidFill>
              </a:rPr>
              <a:t>verify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187E01F-F14C-45FC-BD18-7F31AA36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94322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E54D4E1-113E-45CE-8841-51DC86B3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4320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EBB1BDF-783A-4CC4-BC9B-29E38D72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4797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F8FD"/>
                </a:solidFill>
              </a:defRPr>
            </a:pPr>
            <a:r>
              <a:rPr sz="900" b="1" i="0">
                <a:solidFill>
                  <a:srgbClr val="F3F8FD"/>
                </a:solidFill>
              </a:rPr>
              <a:t>join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A8D6AA1-E102-4831-B23D-34C2B172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4320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6E52329-E211-422E-A8A0-29DADF9F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84797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F8FD"/>
                </a:solidFill>
              </a:defRPr>
            </a:pPr>
            <a:r>
              <a:rPr sz="900" b="1" i="0">
                <a:solidFill>
                  <a:srgbClr val="F3F8FD"/>
                </a:solidFill>
              </a:rPr>
              <a:t>final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2FD602A-A7F3-4A3F-9CD9-C8D2B579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398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7ABE567-2863-486F-B000-155FD12A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766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POSITIVE HEALTH CLAIM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42F8026-B670-4862-90E1-80D4082C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43350"/>
            <a:ext cx="3752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3F8FD"/>
                </a:solidFill>
              </a:defRPr>
            </a:pPr>
            <a:r>
              <a:rPr sz="1275" b="1" i="0">
                <a:solidFill>
                  <a:srgbClr val="F3F8FD"/>
                </a:solidFill>
              </a:rPr>
              <a:t>2 active nodes are emitting; no human wait; burn is inside pace; final gate is reachable.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BA3C16D-276F-46E7-ADF8-7A9EB403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19650"/>
            <a:ext cx="375285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3283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4D62ADA-DB2D-4614-AFFD-99D07714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911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LAST EVENT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03F0C39-89CE-4C85-991D-C67B1ABB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38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3F8FD"/>
                </a:solidFill>
              </a:defRPr>
            </a:pPr>
            <a:r>
              <a:rPr sz="1125" b="1" i="0">
                <a:solidFill>
                  <a:srgbClr val="F3F8FD"/>
                </a:solidFill>
              </a:rPr>
              <a:t>builder.packet.bound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2C7FB16-B3ED-418D-A48F-B4000CAD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864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DA5BB"/>
                </a:solidFill>
              </a:defRPr>
            </a:pPr>
            <a:r>
              <a:rPr sz="900" b="0" i="0">
                <a:solidFill>
                  <a:srgbClr val="8DA5BB"/>
                </a:solidFill>
              </a:rPr>
              <a:t>6s ago · build-claim-sweep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85C92BA-5BAB-42D4-B87D-D7A2D109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238750"/>
            <a:ext cx="1143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DE1D541-206A-49E6-9107-84B0308F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3054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F8FD"/>
                </a:solidFill>
              </a:defRPr>
            </a:pPr>
            <a:r>
              <a:rPr sz="900" b="1" i="0">
                <a:solidFill>
                  <a:srgbClr val="F3F8FD"/>
                </a:solidFill>
              </a:rPr>
              <a:t>Open workspace</a:t>
            </a:r>
          </a:p>
        </p:txBody>
      </p:sp>
    </p:spTree>
    <p:extLst>
      <p:ext uri="{BB962C8B-B14F-4D97-AF65-F5344CB8AC3E}">
        <p14:creationId xmlns:p14="http://schemas.microsoft.com/office/powerpoint/2010/main" val="10083509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F13A89B-610B-4BC8-BEFB-F2DEA102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2D9E7-742F-481B-83BA-43644934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28"/>
          </a:solidFill>
          <a:ln xmlns:a="http://schemas.openxmlformats.org/drawingml/2006/main" w="0">
            <a:solidFill>
              <a:srgbClr val="0A18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55B03-2EE3-4474-B1DB-BFC5D212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D896C-91F5-4D25-97A5-7129CBE3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19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CC2FF"/>
                </a:solidFill>
              </a:defRPr>
            </a:pPr>
            <a:r>
              <a:rPr sz="1200" b="1" i="0">
                <a:solidFill>
                  <a:srgbClr val="4CC2FF"/>
                </a:solidFill>
              </a:rPr>
              <a:t>TASK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04A79-7075-4EA9-BAAE-69736980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191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71FE0-5A44-452A-ABA8-45F16A20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66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DA5BB"/>
                </a:solidFill>
              </a:defRPr>
            </a:pPr>
            <a:r>
              <a:rPr sz="1050" b="1" i="0">
                <a:solidFill>
                  <a:srgbClr val="8DA5BB"/>
                </a:solidFill>
              </a:rPr>
              <a:t>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CF5A3-2417-44BD-8096-FC47D529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Fleet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451F2-9DF1-43BE-B911-E2F278C5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85875"/>
            <a:ext cx="1428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3A55"/>
          </a:solidFill>
          <a:ln xmlns:a="http://schemas.openxmlformats.org/drawingml/2006/main" w="0">
            <a:solidFill>
              <a:srgbClr val="113A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44B8B-ABC1-43C0-A2A9-141BDA39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335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3A55"/>
          </a:solidFill>
          <a:ln xmlns:a="http://schemas.openxmlformats.org/drawingml/2006/main" w="9525">
            <a:solidFill>
              <a:srgbClr val="4CC2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3479A-1F5C-450D-802F-9E36625F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4CC2FF"/>
                </a:solidFill>
              </a:defRPr>
            </a:pPr>
            <a:r>
              <a:rPr sz="1050" b="1" i="0">
                <a:solidFill>
                  <a:srgbClr val="4CC2FF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C06F2-A050-44DA-B3C0-791BDD7E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3F8FD"/>
                </a:solidFill>
              </a:defRPr>
            </a:pPr>
            <a:r>
              <a:rPr sz="975" b="1" i="0">
                <a:solidFill>
                  <a:srgbClr val="F3F8FD"/>
                </a:solidFill>
              </a:rPr>
              <a:t>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8A4BF-3FAB-4C73-B0B3-13FC131B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47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66AC9-0801-4391-8F7E-55A90EA4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95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DA5BB"/>
                </a:solidFill>
              </a:defRPr>
            </a:pPr>
            <a:r>
              <a:rPr sz="1050" b="1" i="0">
                <a:solidFill>
                  <a:srgbClr val="8DA5BB"/>
                </a:solidFill>
              </a:rPr>
              <a:t>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9252F0-532A-40CB-A242-3CEFC05D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Observatory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79B9D-EC1D-4831-A3EB-52988DB7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7D1F6-C3CD-4412-8D11-ECE57021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098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DA5BB"/>
                </a:solidFill>
              </a:defRPr>
            </a:pPr>
            <a:r>
              <a:rPr sz="1050" b="1" i="0">
                <a:solidFill>
                  <a:srgbClr val="8DA5BB"/>
                </a:solidFill>
              </a:rPr>
              <a:t>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C77E2A-A24D-48EF-9B45-E91C89F0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Routines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74F14-A813-4EEC-80CE-31A116C9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876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9A5511-E610-41DE-9A5A-FFD2C6ED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24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DA5BB"/>
                </a:solidFill>
              </a:defRPr>
            </a:pPr>
            <a:r>
              <a:rPr sz="1050" b="1" i="0">
                <a:solidFill>
                  <a:srgbClr val="8DA5BB"/>
                </a:solidFill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F5A722-70B3-450E-8D84-BE656B82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713E10-9E35-4109-BECA-201CB5A5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52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E9D859-8698-4C66-BA39-1776DC5C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3F8FD"/>
                </a:solidFill>
              </a:defRPr>
            </a:pPr>
            <a:r>
              <a:rPr sz="825" b="1" i="0">
                <a:solidFill>
                  <a:srgbClr val="F3F8FD"/>
                </a:solidFill>
              </a:rPr>
              <a:t>main · orchestrator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FFB6FF-9C47-4929-A5D0-A3F2F6BD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481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DA5BB"/>
                </a:solidFill>
              </a:defRPr>
            </a:pPr>
            <a:r>
              <a:rPr sz="825" b="0" i="0">
                <a:solidFill>
                  <a:srgbClr val="8DA5BB"/>
                </a:solidFill>
              </a:rPr>
              <a:t>sha 9bc83f2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C366E4-4097-459C-97D6-F5980012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210300"/>
            <a:ext cx="131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416C9D-1A32-4AAA-A5A6-A434E617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A1"/>
          </a:solidFill>
          <a:ln xmlns:a="http://schemas.openxmlformats.org/drawingml/2006/main" w="0">
            <a:solidFill>
              <a:srgbClr val="55D6A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CE8EBC-FB0D-4F12-A9A2-2CE45619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DA5BB"/>
                </a:solidFill>
              </a:defRPr>
            </a:pPr>
            <a:r>
              <a:rPr sz="900" b="1" i="0">
                <a:solidFill>
                  <a:srgbClr val="8DA5BB"/>
                </a:solidFill>
              </a:rPr>
              <a:t>System healthy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CFB5F6-5C8F-4478-9F32-F17AB289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3F8FD"/>
                </a:solidFill>
              </a:defRPr>
            </a:pPr>
            <a:r>
              <a:rPr sz="1350" b="1" i="0">
                <a:solidFill>
                  <a:srgbClr val="F3F8FD"/>
                </a:solidFill>
              </a:rPr>
              <a:t>r314 / verify-claim-sweep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CF480F-9634-4F76-9730-BFEFF0F2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3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D76E58-0710-489E-985C-0D1DB32B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01 · PERSISTENT INSPECTOR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88E098-A05D-4F67-8EA7-D42A3CB9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0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8DA5BB"/>
                </a:solidFill>
              </a:defRPr>
            </a:pPr>
            <a:r>
              <a:rPr sz="900" b="1" i="0">
                <a:solidFill>
                  <a:srgbClr val="8DA5BB"/>
                </a:solidFill>
              </a:rPr>
              <a:t>⌘ 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09EEC0-0085-430F-94C8-ADB1E35E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0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A55"/>
          </a:solidFill>
          <a:ln xmlns:a="http://schemas.openxmlformats.org/drawingml/2006/main" w="9525">
            <a:solidFill>
              <a:srgbClr val="4CC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B1A4D6-E638-4BAD-AB1A-E6981160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4CC2FF"/>
                </a:solidFill>
              </a:defRPr>
            </a:pPr>
            <a:r>
              <a:rPr sz="975" b="1" i="0">
                <a:solidFill>
                  <a:srgbClr val="4CC2FF"/>
                </a:solidFill>
              </a:rPr>
              <a:t>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3EDA2F-519A-4147-A81B-B24039FE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81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3F8FD"/>
                </a:solidFill>
              </a:defRPr>
            </a:pPr>
            <a:r>
              <a:rPr sz="1800" b="1" i="0">
                <a:solidFill>
                  <a:srgbClr val="F3F8FD"/>
                </a:solidFill>
              </a:rPr>
              <a:t>r314 · verify-claim-sweep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376FDE-F2BD-4FD2-9788-61408C34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104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main · attempt 2 · last event 11:52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C43AAC-DC5A-4032-874C-3D7FCEF4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838200"/>
            <a:ext cx="781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47C9C8-DD95-4638-8611-F9F19C78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9048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3F8FD"/>
                </a:solidFill>
              </a:defRPr>
            </a:pPr>
            <a:r>
              <a:rPr sz="825" b="1" i="0">
                <a:solidFill>
                  <a:srgbClr val="F3F8FD"/>
                </a:solidFill>
              </a:rPr>
              <a:t>Pause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F471C6-4B8B-4325-B612-42A6C23E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838200"/>
            <a:ext cx="9144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CC2FF"/>
          </a:solidFill>
          <a:ln xmlns:a="http://schemas.openxmlformats.org/drawingml/2006/main" w="0">
            <a:solidFill>
              <a:srgbClr val="4CC2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645CD0-CAF1-4A5E-B024-6BB14767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9048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6131E"/>
                </a:solidFill>
              </a:defRPr>
            </a:pPr>
            <a:r>
              <a:rPr sz="825" b="1" i="0">
                <a:solidFill>
                  <a:srgbClr val="06131E"/>
                </a:solidFill>
              </a:rPr>
              <a:t>Steer run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66B68B-BA7E-4A09-B728-19D16B88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104900"/>
            <a:ext cx="1028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1A23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4B72CB-154F-4EFF-8E48-EBA7C6A8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14300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6B6B"/>
                </a:solidFill>
              </a:defRPr>
            </a:pPr>
            <a:r>
              <a:rPr sz="900" b="1" i="0">
                <a:solidFill>
                  <a:srgbClr val="FF6B6B"/>
                </a:solidFill>
              </a:rPr>
              <a:t>DEGRADED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A351C3-9A60-472A-9C8E-753A1E88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5049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RUN MAP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15AF8E-A0B5-4EFE-AE7F-6FB21B37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52600"/>
            <a:ext cx="4000500" cy="48006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C4FA9E-F24C-462B-A8AB-A4652456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765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2EBA26-FAE5-419F-95A7-0A2B22A7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2C2183-23B3-4625-8E66-E4580CB5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957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2D5AD0-1525-4792-805F-6561222E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71700"/>
            <a:ext cx="142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55D6A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22B83A-7C01-4F22-B6B8-49111E3B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A1"/>
          </a:solidFill>
          <a:ln xmlns:a="http://schemas.openxmlformats.org/drawingml/2006/main" w="0">
            <a:solidFill>
              <a:srgbClr val="55D6A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0B5FC8-619D-4FC5-8520-1EAA89B9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05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F8FD"/>
                </a:solidFill>
              </a:defRPr>
            </a:pPr>
            <a:r>
              <a:rPr sz="1050" b="1" i="0">
                <a:solidFill>
                  <a:srgbClr val="F3F8FD"/>
                </a:solidFill>
              </a:rPr>
              <a:t>plan · h1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AF4B81-B086-4825-88F0-16E1B74E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71700"/>
            <a:ext cx="142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55D6A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01ECB7-D7F5-4E58-B8B4-C890C504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A1"/>
          </a:solidFill>
          <a:ln xmlns:a="http://schemas.openxmlformats.org/drawingml/2006/main" w="0">
            <a:solidFill>
              <a:srgbClr val="55D6A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DACC89-33D2-41FD-AD5E-180D34C8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05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F8FD"/>
                </a:solidFill>
              </a:defRPr>
            </a:pPr>
            <a:r>
              <a:rPr sz="1050" b="1" i="0">
                <a:solidFill>
                  <a:srgbClr val="F3F8FD"/>
                </a:solidFill>
              </a:rPr>
              <a:t>build c-90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033F6B-9A21-4DC9-96E8-D30328A2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76600"/>
            <a:ext cx="1485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3A55"/>
          </a:solidFill>
          <a:ln xmlns:a="http://schemas.openxmlformats.org/drawingml/2006/main" w="19050">
            <a:solidFill>
              <a:srgbClr val="4CC2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816D78-4D05-4725-8556-95A6BA8D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57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88B4E7-5AC3-4B60-AFA1-AA0A65DA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099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F8FD"/>
                </a:solidFill>
              </a:defRPr>
            </a:pPr>
            <a:r>
              <a:rPr sz="1050" b="1" i="0">
                <a:solidFill>
                  <a:srgbClr val="F3F8FD"/>
                </a:solidFill>
              </a:rPr>
              <a:t>verify R2×2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1FD8BA-A505-4ED3-9EAA-9D3FA609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43400"/>
            <a:ext cx="1485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BCEC5DF-00A6-4939-8B72-CC2F95FC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524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2DBE54A-96D5-44E3-BC41-F9731D1A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767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F8FD"/>
                </a:solidFill>
              </a:defRPr>
            </a:pPr>
            <a:r>
              <a:rPr sz="1050" b="1" i="0">
                <a:solidFill>
                  <a:srgbClr val="F3F8FD"/>
                </a:solidFill>
              </a:rPr>
              <a:t>join blocked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3F9F835-9688-4B8E-B476-356775B8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410200"/>
            <a:ext cx="1485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08AC4C2-6D8F-45D0-BC49-CA8B643C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591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D5AE852-485E-458A-9E53-9967DB55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5435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F8FD"/>
                </a:solidFill>
              </a:defRPr>
            </a:pPr>
            <a:r>
              <a:rPr sz="1050" b="1" i="0">
                <a:solidFill>
                  <a:srgbClr val="F3F8FD"/>
                </a:solidFill>
              </a:rPr>
              <a:t>final gate 2/3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E1313BE-943F-4360-991E-DF64CEAF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057900"/>
            <a:ext cx="2228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1A23"/>
          </a:solidFill>
          <a:ln xmlns:a="http://schemas.openxmlformats.org/drawingml/2006/main" w="0">
            <a:solidFill>
              <a:srgbClr val="351A2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804E22-8D7E-41EB-A7BA-858523A3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6096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6B6B"/>
                </a:solidFill>
              </a:defRPr>
            </a:pPr>
            <a:r>
              <a:rPr sz="825" b="1" i="0">
                <a:solidFill>
                  <a:srgbClr val="FF6B6B"/>
                </a:solidFill>
              </a:rPr>
              <a:t>3 SUCCESSORS BLOCKED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F7D9CE3-7EEE-44E5-B244-53E8931C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04950"/>
            <a:ext cx="590550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19050">
            <a:solidFill>
              <a:srgbClr val="4CC2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48B5C2-EA62-405F-AA0F-C50F505D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335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4CC2FF"/>
                </a:solidFill>
              </a:defRPr>
            </a:pPr>
            <a:r>
              <a:rPr sz="825" b="1" i="0">
                <a:solidFill>
                  <a:srgbClr val="4CC2FF"/>
                </a:solidFill>
              </a:rPr>
              <a:t>INSPECTOR / REQUIREMENT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5B64CC9-64DE-495E-8607-D166618F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F8FD"/>
                </a:solidFill>
              </a:defRPr>
            </a:pPr>
            <a:r>
              <a:rPr sz="1650" b="1" i="0">
                <a:solidFill>
                  <a:srgbClr val="F3F8FD"/>
                </a:solidFill>
              </a:rPr>
              <a:t>R2 · C / C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2E495B6-849F-473A-BD0A-627D5C15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71675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1A23"/>
          </a:solidFill>
          <a:ln xmlns:a="http://schemas.openxmlformats.org/drawingml/2006/main" w="0">
            <a:solidFill>
              <a:srgbClr val="351A2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B426C38-FBC7-4BD6-94DD-5C38FF62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00977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6B6B"/>
                </a:solidFill>
              </a:defRPr>
            </a:pPr>
            <a:r>
              <a:rPr sz="825" b="1" i="0">
                <a:solidFill>
                  <a:srgbClr val="FF6B6B"/>
                </a:solidFill>
              </a:rPr>
              <a:t>REPEAT FINDING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CD742BC-65BA-4EB6-9852-F0659521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3840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F8FD"/>
                </a:solidFill>
              </a:defRPr>
            </a:pPr>
            <a:r>
              <a:rPr sz="1500" b="1" i="0">
                <a:solidFill>
                  <a:srgbClr val="F3F8FD"/>
                </a:solidFill>
              </a:rPr>
              <a:t>Suspended leases are re-queued, never dropped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6BBE540-E394-401F-BDD2-C3B6E489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B372541-2DB4-49B1-B09F-F659BF6C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WHY THIS RETRY FAILED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1110240-5589-44A1-AAF8-2E918861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004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3F8FD"/>
                </a:solidFill>
              </a:defRPr>
            </a:pPr>
            <a:r>
              <a:rPr sz="1275" b="1" i="0">
                <a:solidFill>
                  <a:srgbClr val="F3F8FD"/>
                </a:solidFill>
              </a:rPr>
              <a:t>Suspension mid-sweep skips the row; same defect as attempt 1.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DDAA1F4-6852-45A3-B180-056382F4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24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ATTEMPT DELTA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1B07179-D2AA-41D1-A6E8-50EFDCCC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910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72F"/>
          </a:solidFill>
          <a:ln xmlns:a="http://schemas.openxmlformats.org/drawingml/2006/main" w="0">
            <a:solidFill>
              <a:srgbClr val="14372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0D5D66D-68D1-4231-8A3A-1CB0FF71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291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5D6A1"/>
                </a:solidFill>
              </a:defRPr>
            </a:pPr>
            <a:r>
              <a:rPr sz="900" b="1" i="0">
                <a:solidFill>
                  <a:srgbClr val="55D6A1"/>
                </a:solidFill>
              </a:rPr>
              <a:t>✓ verdict text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CC4198A-EB75-4149-AFAE-AA9A518F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910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1A23"/>
          </a:solidFill>
          <a:ln xmlns:a="http://schemas.openxmlformats.org/drawingml/2006/main" w="0">
            <a:solidFill>
              <a:srgbClr val="351A2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50874BA-14DC-4D6F-BE0E-917079BD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6291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6B6B"/>
                </a:solidFill>
              </a:defRPr>
            </a:pPr>
            <a:r>
              <a:rPr sz="900" b="1" i="0">
                <a:solidFill>
                  <a:srgbClr val="FF6B6B"/>
                </a:solidFill>
              </a:rPr>
              <a:t>× replay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5D80D48-B705-4CEA-AEE3-2CF430B4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910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1A23"/>
          </a:solidFill>
          <a:ln xmlns:a="http://schemas.openxmlformats.org/drawingml/2006/main" w="0">
            <a:solidFill>
              <a:srgbClr val="351A2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BF8353A-E383-4C5B-B0E3-B7B5ADE2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6291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6B6B"/>
                </a:solidFill>
              </a:defRPr>
            </a:pPr>
            <a:r>
              <a:rPr sz="900" b="1" i="0">
                <a:solidFill>
                  <a:srgbClr val="FF6B6B"/>
                </a:solidFill>
              </a:rPr>
              <a:t>× incident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3198DB1-57D4-4B6D-8002-BB751FF6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86350"/>
            <a:ext cx="33718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3283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18CB158-CD53-401B-862C-FA2961A8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387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ANOTHER RETRY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416858D-8B9F-4871-AD30-CAD06452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05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BD5C"/>
                </a:solidFill>
              </a:defRPr>
            </a:pPr>
            <a:r>
              <a:rPr sz="1275" b="1" i="0">
                <a:solidFill>
                  <a:srgbClr val="FFBD5C"/>
                </a:solidFill>
              </a:rPr>
              <a:t>$1.05 approx. · 1 attempt left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E0E2D60-DFE2-4CBE-A63E-7DA2E2AE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086350"/>
            <a:ext cx="16573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37348F6-2B1F-4021-88CB-2624A979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1530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3F8FD"/>
                </a:solidFill>
              </a:defRPr>
            </a:pPr>
            <a:r>
              <a:rPr sz="1050" b="1" i="0">
                <a:solidFill>
                  <a:srgbClr val="F3F8FD"/>
                </a:solidFill>
              </a:rPr>
              <a:t>Open evidence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EB6F674-4994-4E7B-A282-79694F3C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600700"/>
            <a:ext cx="16573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4CC2FF"/>
          </a:solidFill>
          <a:ln xmlns:a="http://schemas.openxmlformats.org/drawingml/2006/main" w="0">
            <a:solidFill>
              <a:srgbClr val="4CC2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108A89A-65F2-40B5-A670-58F94853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6673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6131E"/>
                </a:solidFill>
              </a:defRPr>
            </a:pPr>
            <a:r>
              <a:rPr sz="1050" b="1" i="0">
                <a:solidFill>
                  <a:srgbClr val="06131E"/>
                </a:solidFill>
              </a:rPr>
              <a:t>Steer with context</a:t>
            </a:r>
          </a:p>
        </p:txBody>
      </p:sp>
    </p:spTree>
    <p:extLst>
      <p:ext uri="{BB962C8B-B14F-4D97-AF65-F5344CB8AC3E}">
        <p14:creationId xmlns:p14="http://schemas.microsoft.com/office/powerpoint/2010/main" val="1107433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DF42960-8CA2-478D-BEE9-1D4AA431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E005E-68D4-407A-A8B7-5BFE76B7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28"/>
          </a:solidFill>
          <a:ln xmlns:a="http://schemas.openxmlformats.org/drawingml/2006/main" w="0">
            <a:solidFill>
              <a:srgbClr val="0A18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CAC38-DA74-431D-9573-2A613730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670E2-989D-4745-A6A7-048455C9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19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CC2FF"/>
                </a:solidFill>
              </a:defRPr>
            </a:pPr>
            <a:r>
              <a:rPr sz="1200" b="1" i="0">
                <a:solidFill>
                  <a:srgbClr val="4CC2FF"/>
                </a:solidFill>
              </a:rPr>
              <a:t>TASK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19392-E95F-4FD7-BE63-F5D95639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191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3C98E-BF83-4239-941D-0F87D72B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66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DA5BB"/>
                </a:solidFill>
              </a:defRPr>
            </a:pPr>
            <a:r>
              <a:rPr sz="1050" b="1" i="0">
                <a:solidFill>
                  <a:srgbClr val="8DA5BB"/>
                </a:solidFill>
              </a:rPr>
              <a:t>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4A133-F29C-4077-B39E-6EA6A632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Fleet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06718-4845-48E3-B317-22307FE1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85875"/>
            <a:ext cx="1428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3A55"/>
          </a:solidFill>
          <a:ln xmlns:a="http://schemas.openxmlformats.org/drawingml/2006/main" w="0">
            <a:solidFill>
              <a:srgbClr val="113A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B5A8A-8DA6-4BCE-ACB5-78DAF31F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335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3A55"/>
          </a:solidFill>
          <a:ln xmlns:a="http://schemas.openxmlformats.org/drawingml/2006/main" w="9525">
            <a:solidFill>
              <a:srgbClr val="4CC2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80E30-0E54-4925-B2DB-6342A3E6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4CC2FF"/>
                </a:solidFill>
              </a:defRPr>
            </a:pPr>
            <a:r>
              <a:rPr sz="1050" b="1" i="0">
                <a:solidFill>
                  <a:srgbClr val="4CC2FF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3750D-47FC-4566-9B6A-12B8A3C6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3F8FD"/>
                </a:solidFill>
              </a:defRPr>
            </a:pPr>
            <a:r>
              <a:rPr sz="975" b="1" i="0">
                <a:solidFill>
                  <a:srgbClr val="F3F8FD"/>
                </a:solidFill>
              </a:rPr>
              <a:t>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D07AF-B65A-4DBB-9BE8-539E301F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47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FE762-033C-4B2C-9842-DA5A7D21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95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DA5BB"/>
                </a:solidFill>
              </a:defRPr>
            </a:pPr>
            <a:r>
              <a:rPr sz="1050" b="1" i="0">
                <a:solidFill>
                  <a:srgbClr val="8DA5BB"/>
                </a:solidFill>
              </a:rPr>
              <a:t>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E7068E-B4E5-42E4-A3F5-4EB3AB44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Observatory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31A067-C6D1-475F-8F1D-F339FF0D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DEC89-BB98-4A1C-9202-81DD7618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098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DA5BB"/>
                </a:solidFill>
              </a:defRPr>
            </a:pPr>
            <a:r>
              <a:rPr sz="1050" b="1" i="0">
                <a:solidFill>
                  <a:srgbClr val="8DA5BB"/>
                </a:solidFill>
              </a:rPr>
              <a:t>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CB838-718E-453A-8C8B-A4502EA8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Routines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43100A-E395-4698-BBBC-E5F2D6D6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876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87CC5-EB88-4A24-99C1-AB111741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24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DA5BB"/>
                </a:solidFill>
              </a:defRPr>
            </a:pPr>
            <a:r>
              <a:rPr sz="1050" b="1" i="0">
                <a:solidFill>
                  <a:srgbClr val="8DA5BB"/>
                </a:solidFill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B304C2-0BAC-4F48-9185-6379384A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BB58FC-0859-497B-A3AA-6C68EC76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52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0B9FF3-1009-4829-9403-7B2C2DA9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3F8FD"/>
                </a:solidFill>
              </a:defRPr>
            </a:pPr>
            <a:r>
              <a:rPr sz="825" b="1" i="0">
                <a:solidFill>
                  <a:srgbClr val="F3F8FD"/>
                </a:solidFill>
              </a:rPr>
              <a:t>main · orchestrator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C1CB1E-DADA-4C20-AFDE-0236FB1E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481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DA5BB"/>
                </a:solidFill>
              </a:defRPr>
            </a:pPr>
            <a:r>
              <a:rPr sz="825" b="0" i="0">
                <a:solidFill>
                  <a:srgbClr val="8DA5BB"/>
                </a:solidFill>
              </a:rPr>
              <a:t>sha 9bc83f2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21D28D-C5F8-4E76-897D-3FF61519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210300"/>
            <a:ext cx="131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E34E49-8ECA-4BF0-A050-1A39096E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A1"/>
          </a:solidFill>
          <a:ln xmlns:a="http://schemas.openxmlformats.org/drawingml/2006/main" w="0">
            <a:solidFill>
              <a:srgbClr val="55D6A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CC7AA9-C407-4D62-9DF2-04D79209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DA5BB"/>
                </a:solidFill>
              </a:defRPr>
            </a:pPr>
            <a:r>
              <a:rPr sz="900" b="1" i="0">
                <a:solidFill>
                  <a:srgbClr val="8DA5BB"/>
                </a:solidFill>
              </a:rPr>
              <a:t>System healthy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9E8E69-DD2F-4ED6-90DF-70940BE0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3F8FD"/>
                </a:solidFill>
              </a:defRPr>
            </a:pPr>
            <a:r>
              <a:rPr sz="1350" b="1" i="0">
                <a:solidFill>
                  <a:srgbClr val="F3F8FD"/>
                </a:solidFill>
              </a:rPr>
              <a:t>r314 /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04E148-E4FC-44E4-8F58-51EE59E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3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153FE7-CD9F-4C46-B71A-3997BFFB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01 · PERSISTENT INSPECTOR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11F061-0224-49A1-B8E7-99C06AE5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0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8DA5BB"/>
                </a:solidFill>
              </a:defRPr>
            </a:pPr>
            <a:r>
              <a:rPr sz="900" b="1" i="0">
                <a:solidFill>
                  <a:srgbClr val="8DA5BB"/>
                </a:solidFill>
              </a:rPr>
              <a:t>⌘ 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3FAFDC-EBEC-4A40-8058-BAC3C111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0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A55"/>
          </a:solidFill>
          <a:ln xmlns:a="http://schemas.openxmlformats.org/drawingml/2006/main" w="9525">
            <a:solidFill>
              <a:srgbClr val="4CC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9645C5-A264-4DB5-A757-5BA891D2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4CC2FF"/>
                </a:solidFill>
              </a:defRPr>
            </a:pPr>
            <a:r>
              <a:rPr sz="975" b="1" i="0">
                <a:solidFill>
                  <a:srgbClr val="4CC2FF"/>
                </a:solidFill>
              </a:rPr>
              <a:t>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62CAD6-2E8F-442C-9524-3A914F3D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81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3F8FD"/>
                </a:solidFill>
              </a:defRPr>
            </a:pPr>
            <a:r>
              <a:rPr sz="1800" b="1" i="0">
                <a:solidFill>
                  <a:srgbClr val="F3F8FD"/>
                </a:solidFill>
              </a:rPr>
              <a:t>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6CB51E-4C35-4C51-AB35-350BF979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104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r314 · R2 selected · inspector expanded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2E1997-0C2C-4EC2-9DA9-5305DF44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838200"/>
            <a:ext cx="14478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4CC2FF"/>
          </a:solidFill>
          <a:ln xmlns:a="http://schemas.openxmlformats.org/drawingml/2006/main" w="0">
            <a:solidFill>
              <a:srgbClr val="4CC2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A223C9-E0CB-4F4E-B89B-38EE6CCB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90487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6131E"/>
                </a:solidFill>
              </a:defRPr>
            </a:pPr>
            <a:r>
              <a:rPr sz="825" b="1" i="0">
                <a:solidFill>
                  <a:srgbClr val="06131E"/>
                </a:solidFill>
              </a:rPr>
              <a:t>Steer from selection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36C3B9-F24C-4B76-8D96-552EA697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504950"/>
            <a:ext cx="2781300" cy="50482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BE25B3-F0B6-4235-895B-75949BD8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145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CONTEXT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080147-760D-4DB5-9C82-0F3F88B5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96215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3F8FD"/>
                </a:solidFill>
              </a:defRPr>
            </a:pPr>
            <a:r>
              <a:rPr sz="1200" b="1" i="0">
                <a:solidFill>
                  <a:srgbClr val="F3F8FD"/>
                </a:solidFill>
              </a:rPr>
              <a:t>r314 · verify-claim-sweep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E0868F-5B9B-499B-A8E4-E37BDBA4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71750"/>
            <a:ext cx="628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72F"/>
          </a:solidFill>
          <a:ln xmlns:a="http://schemas.openxmlformats.org/drawingml/2006/main" w="0">
            <a:solidFill>
              <a:srgbClr val="14372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7CD4E7-AF23-4E79-AB18-4803C33A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60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55D6A1"/>
                </a:solidFill>
              </a:defRPr>
            </a:pPr>
            <a:r>
              <a:rPr sz="750" b="1" i="0">
                <a:solidFill>
                  <a:srgbClr val="55D6A1"/>
                </a:solidFill>
              </a:rPr>
              <a:t>plan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D110EC-2B57-4C19-9CEA-340D96AF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628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72F"/>
          </a:solidFill>
          <a:ln xmlns:a="http://schemas.openxmlformats.org/drawingml/2006/main" w="0">
            <a:solidFill>
              <a:srgbClr val="14372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D51261-7DD6-438A-8E80-55EC564F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0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55D6A1"/>
                </a:solidFill>
              </a:defRPr>
            </a:pPr>
            <a:r>
              <a:rPr sz="750" b="1" i="0">
                <a:solidFill>
                  <a:srgbClr val="55D6A1"/>
                </a:solidFill>
              </a:rPr>
              <a:t>build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E7DD1C-7543-466B-BA63-2EA2F5F8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71750"/>
            <a:ext cx="781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3A55"/>
          </a:solidFill>
          <a:ln xmlns:a="http://schemas.openxmlformats.org/drawingml/2006/main" w="9525">
            <a:solidFill>
              <a:srgbClr val="4CC2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0EC662-5C65-46EA-8A72-6343D2F3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609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4CC2FF"/>
                </a:solidFill>
              </a:defRPr>
            </a:pPr>
            <a:r>
              <a:rPr sz="750" b="1" i="0">
                <a:solidFill>
                  <a:srgbClr val="4CC2FF"/>
                </a:solidFill>
              </a:rPr>
              <a:t>verify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5B9C8E-9AF3-4B3A-99D4-A46139DF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9718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→ join → final blocked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4B986E-8A5D-4BD4-AB43-65DA92D5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33750"/>
            <a:ext cx="234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3AE858-3702-4DE3-84E8-EC92C9B0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67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SELECTION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11E200-F19E-4E2E-B1F1-25ABCAEB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338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1A23"/>
          </a:solidFill>
          <a:ln xmlns:a="http://schemas.openxmlformats.org/drawingml/2006/main" w="0">
            <a:solidFill>
              <a:srgbClr val="351A2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2CB925-0B3C-419E-AE19-01684CC9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719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6B6B"/>
                </a:solidFill>
              </a:defRPr>
            </a:pPr>
            <a:r>
              <a:rPr sz="900" b="1" i="0">
                <a:solidFill>
                  <a:srgbClr val="FF6B6B"/>
                </a:solidFill>
              </a:rPr>
              <a:t>R2 · C / C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714C00-AB16-4297-B235-796E2D56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719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3F8FD"/>
                </a:solidFill>
              </a:defRPr>
            </a:pPr>
            <a:r>
              <a:rPr sz="1125" b="1" i="0">
                <a:solidFill>
                  <a:srgbClr val="F3F8FD"/>
                </a:solidFill>
              </a:rPr>
              <a:t>Suspended leases are re-queued, never dropped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689840-D84F-48D8-A8D1-52FF64D1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0482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6B6B"/>
                </a:solidFill>
              </a:defRPr>
            </a:pPr>
            <a:r>
              <a:rPr sz="975" b="1" i="0">
                <a:solidFill>
                  <a:srgbClr val="FF6B6B"/>
                </a:solidFill>
              </a:rPr>
              <a:t>3 successors blocked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8AAB21-A1DA-403C-BDE9-8472F815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340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BD5C"/>
                </a:solidFill>
              </a:defRPr>
            </a:pPr>
            <a:r>
              <a:rPr sz="975" b="1" i="0">
                <a:solidFill>
                  <a:srgbClr val="FFBD5C"/>
                </a:solidFill>
              </a:rPr>
              <a:t>$1.05 retry · 1 attempt left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F3AE60-3901-42AF-A7E2-2608B2F3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905500"/>
            <a:ext cx="11811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2A4E54E-1E48-4928-83C1-A62223CD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721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F8FD"/>
                </a:solidFill>
              </a:defRPr>
            </a:pPr>
            <a:r>
              <a:rPr sz="900" b="1" i="0">
                <a:solidFill>
                  <a:srgbClr val="F3F8FD"/>
                </a:solidFill>
              </a:rPr>
              <a:t>Back to map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0A84A4-12CF-4D63-AB36-055D7601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04950"/>
            <a:ext cx="712470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19050">
            <a:solidFill>
              <a:srgbClr val="4CC2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A4FDDF-6DD4-4B70-B834-84A5D4DB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954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CC2FF"/>
                </a:solidFill>
              </a:defRPr>
            </a:pPr>
            <a:r>
              <a:rPr sz="975" b="1" i="0">
                <a:solidFill>
                  <a:srgbClr val="4CC2FF"/>
                </a:solidFill>
              </a:rPr>
              <a:t>Verifier evidence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9BC67B1-3660-41BD-889D-31ED9D90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1200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2FF"/>
          </a:solidFill>
          <a:ln xmlns:a="http://schemas.openxmlformats.org/drawingml/2006/main" w="0">
            <a:solidFill>
              <a:srgbClr val="4CC2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E12E22-9A2F-4483-B48F-1C62B03F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954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DA5BB"/>
                </a:solidFill>
              </a:defRPr>
            </a:pPr>
            <a:r>
              <a:rPr sz="975" b="1" i="0">
                <a:solidFill>
                  <a:srgbClr val="8DA5BB"/>
                </a:solidFill>
              </a:rPr>
              <a:t>Packet diff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309C20-B567-497D-903A-43EE40CB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954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DA5BB"/>
                </a:solidFill>
              </a:defRPr>
            </a:pPr>
            <a:r>
              <a:rPr sz="975" b="1" i="0">
                <a:solidFill>
                  <a:srgbClr val="8DA5BB"/>
                </a:solidFill>
              </a:rPr>
              <a:t>Raw events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E07AFC9-F7D3-41FA-A4BA-38133BA7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90750"/>
            <a:ext cx="66294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3283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992E437-1170-4D7B-951D-DD6A2B5D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VERIFIER SCENARIO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8A8940-D295-4217-A163-DFE06C2F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0985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3F8FD"/>
                </a:solidFill>
              </a:defRPr>
            </a:pPr>
            <a:r>
              <a:rPr sz="1200" b="1" i="0">
                <a:solidFill>
                  <a:srgbClr val="F3F8FD"/>
                </a:solidFill>
              </a:rPr>
              <a:t>Suspend the outbox lease after dequeue but before the row is acknowledged; resume and assert the row is re-queued exactly once.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CD2CFBC-7DD0-4EAC-8265-E513D625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861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ATTEMPT 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497EE06-D980-4E98-8584-A613AEC7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ATTEMPT 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3244112-08E2-4FF8-AEEE-9E63B609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33800"/>
            <a:ext cx="3105150" cy="13906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0A1726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1CDC6F1-B6E3-4C7B-A979-38C7975D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33800"/>
            <a:ext cx="3105150" cy="13906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0A1726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C953F22-1CD9-4FD4-9B24-0691C9EF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243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6B6B"/>
                </a:solidFill>
              </a:defRPr>
            </a:pPr>
            <a:r>
              <a:rPr sz="1800" b="1" i="0">
                <a:solidFill>
                  <a:srgbClr val="FF6B6B"/>
                </a:solidFill>
              </a:rPr>
              <a:t>C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A58A833-1B50-4DF4-AB26-526BE4F9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624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3F8FD"/>
                </a:solidFill>
              </a:defRPr>
            </a:pPr>
            <a:r>
              <a:rPr sz="1125" b="1" i="0">
                <a:solidFill>
                  <a:srgbClr val="F3F8FD"/>
                </a:solidFill>
              </a:rPr>
              <a:t>state check filters the row out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7C7DA05-4A05-4E30-8CCC-AC06C14D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243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6B6B"/>
                </a:solidFill>
              </a:defRPr>
            </a:pPr>
            <a:r>
              <a:rPr sz="1800" b="1" i="0">
                <a:solidFill>
                  <a:srgbClr val="FF6B6B"/>
                </a:solidFill>
              </a:rPr>
              <a:t>C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3092502-49EB-4D0A-9C76-2AE50A8B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624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3F8FD"/>
                </a:solidFill>
              </a:defRPr>
            </a:pPr>
            <a:r>
              <a:rPr sz="1125" b="1" i="0">
                <a:solidFill>
                  <a:srgbClr val="F3F8FD"/>
                </a:solidFill>
              </a:rPr>
              <a:t>same defect; no new input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829D4CB-5D03-4511-A569-3AF43983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38700"/>
            <a:ext cx="990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72F"/>
          </a:solidFill>
          <a:ln xmlns:a="http://schemas.openxmlformats.org/drawingml/2006/main" w="0">
            <a:solidFill>
              <a:srgbClr val="14372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7898B45-FA32-4D4D-B084-FCAE14F3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8768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55D6A1"/>
                </a:solidFill>
              </a:defRPr>
            </a:pPr>
            <a:r>
              <a:rPr sz="750" b="1" i="0">
                <a:solidFill>
                  <a:srgbClr val="55D6A1"/>
                </a:solidFill>
              </a:rPr>
              <a:t>verdict text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944031D-024C-4AEF-97AF-B5E67569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38700"/>
            <a:ext cx="914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1A23"/>
          </a:solidFill>
          <a:ln xmlns:a="http://schemas.openxmlformats.org/drawingml/2006/main" w="0">
            <a:solidFill>
              <a:srgbClr val="351A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169C229-B565-4ECD-A776-52D4C560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8768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6B6B"/>
                </a:solidFill>
              </a:defRPr>
            </a:pPr>
            <a:r>
              <a:rPr sz="750" b="1" i="0">
                <a:solidFill>
                  <a:srgbClr val="FF6B6B"/>
                </a:solidFill>
              </a:rPr>
              <a:t>no replay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8500E8B-82EF-4DDE-BC4F-7F3AF42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334000"/>
            <a:ext cx="64008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351A23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AC725B4-4DB8-40D1-98D2-1CB811BD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5054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6B6B"/>
                </a:solidFill>
              </a:defRPr>
            </a:pPr>
            <a:r>
              <a:rPr sz="825" b="1" i="0">
                <a:solidFill>
                  <a:srgbClr val="FF6B6B"/>
                </a:solidFill>
              </a:rPr>
              <a:t>MISSING FROM BUILDER PACKET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43812E5-5D80-44C0-B2FB-B87B829D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791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3F8FD"/>
                </a:solidFill>
              </a:defRPr>
            </a:pPr>
            <a:r>
              <a:rPr sz="1125" b="1" i="0">
                <a:solidFill>
                  <a:srgbClr val="F3F8FD"/>
                </a:solidFill>
              </a:rPr>
              <a:t>BUSY_SNAPSHOT · 2026-07-16 10:22 · suspension replay · verifier record vr-112</a:t>
            </a:r>
          </a:p>
        </p:txBody>
      </p:sp>
    </p:spTree>
    <p:extLst>
      <p:ext uri="{BB962C8B-B14F-4D97-AF65-F5344CB8AC3E}">
        <p14:creationId xmlns:p14="http://schemas.microsoft.com/office/powerpoint/2010/main" val="231449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FE3846E-233C-4215-B194-52186517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94113-F6EE-41B0-917B-66F6CCEA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28"/>
          </a:solidFill>
          <a:ln xmlns:a="http://schemas.openxmlformats.org/drawingml/2006/main" w="0">
            <a:solidFill>
              <a:srgbClr val="0A18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EB7E2-7979-4630-9805-020D440F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FF806-EB4C-4413-890D-25CBD723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19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CC2FF"/>
                </a:solidFill>
              </a:defRPr>
            </a:pPr>
            <a:r>
              <a:rPr sz="1200" b="1" i="0">
                <a:solidFill>
                  <a:srgbClr val="4CC2FF"/>
                </a:solidFill>
              </a:rPr>
              <a:t>TASK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07569-C20F-43B4-A955-3C2F5663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191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613A5-3498-464B-92B5-FF3BD433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66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DA5BB"/>
                </a:solidFill>
              </a:defRPr>
            </a:pPr>
            <a:r>
              <a:rPr sz="1050" b="1" i="0">
                <a:solidFill>
                  <a:srgbClr val="8DA5BB"/>
                </a:solidFill>
              </a:rPr>
              <a:t>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DBDFE-5ABB-48A7-80A4-EBB29095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Fleet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4BFF0-D360-4F68-B8A8-F3A8BBAF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85875"/>
            <a:ext cx="1428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3A55"/>
          </a:solidFill>
          <a:ln xmlns:a="http://schemas.openxmlformats.org/drawingml/2006/main" w="0">
            <a:solidFill>
              <a:srgbClr val="113A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04ECB-E62E-4725-B779-862223C5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335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3A55"/>
          </a:solidFill>
          <a:ln xmlns:a="http://schemas.openxmlformats.org/drawingml/2006/main" w="9525">
            <a:solidFill>
              <a:srgbClr val="4CC2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952E1-6348-4CCD-B693-D6841447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4CC2FF"/>
                </a:solidFill>
              </a:defRPr>
            </a:pPr>
            <a:r>
              <a:rPr sz="1050" b="1" i="0">
                <a:solidFill>
                  <a:srgbClr val="4CC2FF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4E7A0-C996-4DB3-A28E-B048AC5A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3F8FD"/>
                </a:solidFill>
              </a:defRPr>
            </a:pPr>
            <a:r>
              <a:rPr sz="975" b="1" i="0">
                <a:solidFill>
                  <a:srgbClr val="F3F8FD"/>
                </a:solidFill>
              </a:rPr>
              <a:t>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4D57D-85E0-4AC0-B4D0-0E9751FE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47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0E06D-0A9F-47F5-A5C5-4FBF9665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95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DA5BB"/>
                </a:solidFill>
              </a:defRPr>
            </a:pPr>
            <a:r>
              <a:rPr sz="1050" b="1" i="0">
                <a:solidFill>
                  <a:srgbClr val="8DA5BB"/>
                </a:solidFill>
              </a:rPr>
              <a:t>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C989D-1AB1-4499-8694-81137447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Observatory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7905A-133D-469C-A2A2-3459322F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A79DF8-A59F-41F6-9003-8F872A08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098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DA5BB"/>
                </a:solidFill>
              </a:defRPr>
            </a:pPr>
            <a:r>
              <a:rPr sz="1050" b="1" i="0">
                <a:solidFill>
                  <a:srgbClr val="8DA5BB"/>
                </a:solidFill>
              </a:rPr>
              <a:t>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B89E9-C3AC-4BC1-A114-E498711D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Routines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ED6C49-532E-463F-AFCC-4CB90C96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876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8BB82-CE87-4469-AD6F-23D88969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24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DA5BB"/>
                </a:solidFill>
              </a:defRPr>
            </a:pPr>
            <a:r>
              <a:rPr sz="1050" b="1" i="0">
                <a:solidFill>
                  <a:srgbClr val="8DA5BB"/>
                </a:solidFill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AADC62-C676-4D3C-837B-D3D274AF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D145B-57F1-4C18-AB49-59BDA9B9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52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6CF525-814D-4875-BC5D-7A8A16F2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3F8FD"/>
                </a:solidFill>
              </a:defRPr>
            </a:pPr>
            <a:r>
              <a:rPr sz="825" b="1" i="0">
                <a:solidFill>
                  <a:srgbClr val="F3F8FD"/>
                </a:solidFill>
              </a:rPr>
              <a:t>main · orchestrator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541AD4-5F00-4DA2-909E-ED435B86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481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DA5BB"/>
                </a:solidFill>
              </a:defRPr>
            </a:pPr>
            <a:r>
              <a:rPr sz="825" b="0" i="0">
                <a:solidFill>
                  <a:srgbClr val="8DA5BB"/>
                </a:solidFill>
              </a:rPr>
              <a:t>sha 9bc83f2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187D3C-D123-42EC-A7E7-606EBE83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210300"/>
            <a:ext cx="131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D1931F-1756-4122-BC7C-382A9C93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A1"/>
          </a:solidFill>
          <a:ln xmlns:a="http://schemas.openxmlformats.org/drawingml/2006/main" w="0">
            <a:solidFill>
              <a:srgbClr val="55D6A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8B2554-F83C-4D55-8165-5F7F6E9F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DA5BB"/>
                </a:solidFill>
              </a:defRPr>
            </a:pPr>
            <a:r>
              <a:rPr sz="900" b="1" i="0">
                <a:solidFill>
                  <a:srgbClr val="8DA5BB"/>
                </a:solidFill>
              </a:rPr>
              <a:t>System healthy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1FA651-E67E-4B65-8095-EB9E665A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3F8FD"/>
                </a:solidFill>
              </a:defRPr>
            </a:pPr>
            <a:r>
              <a:rPr sz="1350" b="1" i="0">
                <a:solidFill>
                  <a:srgbClr val="F3F8FD"/>
                </a:solidFill>
              </a:rPr>
              <a:t>r314 / Steering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493E5A-F98A-43A5-AFCB-E26920C3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3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E24FDD-8AB5-4A15-AD6F-DDC3F337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01 · PERSISTENT INSPECTOR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FEF12F-BEF5-477E-BAD3-4B85EED7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0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8DA5BB"/>
                </a:solidFill>
              </a:defRPr>
            </a:pPr>
            <a:r>
              <a:rPr sz="900" b="1" i="0">
                <a:solidFill>
                  <a:srgbClr val="8DA5BB"/>
                </a:solidFill>
              </a:rPr>
              <a:t>⌘ 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71FC87-710A-48C9-9526-1673DE30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0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A55"/>
          </a:solidFill>
          <a:ln xmlns:a="http://schemas.openxmlformats.org/drawingml/2006/main" w="9525">
            <a:solidFill>
              <a:srgbClr val="4CC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65A7AA-A549-493B-A3D5-B0582793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4CC2FF"/>
                </a:solidFill>
              </a:defRPr>
            </a:pPr>
            <a:r>
              <a:rPr sz="975" b="1" i="0">
                <a:solidFill>
                  <a:srgbClr val="4CC2FF"/>
                </a:solidFill>
              </a:rPr>
              <a:t>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490034-D1B8-4F21-B3EE-B5E11A69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"/>
            <a:ext cx="10572750" cy="626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3"/>
          </a:solidFill>
          <a:ln xmlns:a="http://schemas.openxmlformats.org/drawingml/2006/main" w="0">
            <a:solidFill>
              <a:srgbClr val="050B1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1760AC-9042-4CC0-87B6-9E472A7E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42950"/>
            <a:ext cx="8286750" cy="5905500"/>
          </a:xfrm>
          <a:prstGeom xmlns:a="http://schemas.openxmlformats.org/drawingml/2006/main" prst="roundRect">
            <a:avLst>
              <a:gd name="adj" fmla="val 1290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19050">
            <a:solidFill>
              <a:srgbClr val="A78B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E18099-63AA-4076-ACF4-84C34781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0096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78BFA"/>
                </a:solidFill>
              </a:defRPr>
            </a:pPr>
            <a:r>
              <a:rPr sz="825" b="1" i="0">
                <a:solidFill>
                  <a:srgbClr val="A78BFA"/>
                </a:solidFill>
              </a:rPr>
              <a:t>STEER RUN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83328A-C86B-4033-863A-8A871504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2573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3F8FD"/>
                </a:solidFill>
              </a:defRPr>
            </a:pPr>
            <a:r>
              <a:rPr sz="1725" b="1" i="0">
                <a:solidFill>
                  <a:srgbClr val="F3F8FD"/>
                </a:solidFill>
              </a:rPr>
              <a:t>r314 · corrective directive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A42E76-F061-4A60-B3A2-DA205FA1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066800"/>
            <a:ext cx="1905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2B16"/>
          </a:solidFill>
          <a:ln xmlns:a="http://schemas.openxmlformats.org/drawingml/2006/main" w="9525">
            <a:solidFill>
              <a:srgbClr val="FFBD5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1107EF-B3B9-433A-8DE4-A1DB81DB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1049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BD5C"/>
                </a:solidFill>
              </a:defRPr>
            </a:pPr>
            <a:r>
              <a:rPr sz="825" b="1" i="0">
                <a:solidFill>
                  <a:srgbClr val="FFBD5C"/>
                </a:solidFill>
              </a:rPr>
              <a:t>PROPOSED CAPABILITY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75F33E-8716-4E18-B234-249487D5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14500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5C94B5-8FEF-4A35-85A4-D1DEE541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24050"/>
            <a:ext cx="76771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3A55"/>
          </a:solidFill>
          <a:ln xmlns:a="http://schemas.openxmlformats.org/drawingml/2006/main" w="9525">
            <a:solidFill>
              <a:srgbClr val="4CC2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FCE98A-6ADC-4B60-A520-0025D435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764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4CC2FF"/>
                </a:solidFill>
              </a:defRPr>
            </a:pPr>
            <a:r>
              <a:rPr sz="825" b="1" i="0">
                <a:solidFill>
                  <a:srgbClr val="4CC2FF"/>
                </a:solidFill>
              </a:rPr>
              <a:t>SELECTED EVIDENCE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CBB006-05C3-44A3-95DB-D5475A51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710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F8FD"/>
                </a:solidFill>
              </a:defRPr>
            </a:pPr>
            <a:r>
              <a:rPr sz="1050" b="1" i="0">
                <a:solidFill>
                  <a:srgbClr val="F3F8FD"/>
                </a:solidFill>
              </a:rPr>
              <a:t>R2 · C / C · replay missing · 3 successors blocked · retry ≈ $1.05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8FF6B9-7E1B-4883-B974-4899DF00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19400"/>
            <a:ext cx="7677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DA5BB"/>
                </a:solidFill>
              </a:defRPr>
            </a:pPr>
            <a:r>
              <a:rPr sz="900" b="1" i="0">
                <a:solidFill>
                  <a:srgbClr val="8DA5BB"/>
                </a:solidFill>
              </a:rPr>
              <a:t>DIRECTIVE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F26F6D-BAB2-4D85-8E8A-352DAB7D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76771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A1726"/>
          </a:solidFill>
          <a:ln xmlns:a="http://schemas.openxmlformats.org/drawingml/2006/main" w="19050">
            <a:solidFill>
              <a:srgbClr val="4CC2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758077-62D0-45BA-BAF5-6CFCF7DE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24200"/>
            <a:ext cx="7448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3F8FD"/>
                </a:solidFill>
              </a:defRPr>
            </a:pPr>
            <a:r>
              <a:rPr sz="1200" b="1" i="0">
                <a:solidFill>
                  <a:srgbClr val="F3F8FD"/>
                </a:solidFill>
              </a:rPr>
              <a:t>Read lease-state snapshots outside the lock; verify suspension mid-sweep before reconnecting the join.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70D6D1-192E-4B33-BD83-A5767B37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81450"/>
            <a:ext cx="7677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DA5BB"/>
                </a:solidFill>
              </a:defRPr>
            </a:pPr>
            <a:r>
              <a:rPr sz="900" b="1" i="0">
                <a:solidFill>
                  <a:srgbClr val="8DA5BB"/>
                </a:solidFill>
              </a:rPr>
              <a:t>ATTACHMENTS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E40DD0-1E92-4FE4-B0DE-BE287B46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91000"/>
            <a:ext cx="76771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A1726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8A61F3-43A7-478A-9E98-B3FA99D9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86250"/>
            <a:ext cx="744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3F8FD"/>
                </a:solidFill>
              </a:defRPr>
            </a:pPr>
            <a:r>
              <a:rPr sz="1050" b="0" i="0">
                <a:solidFill>
                  <a:srgbClr val="F3F8FD"/>
                </a:solidFill>
              </a:rPr>
              <a:t>BUSY_SNAPSHOT · 2026-07-16 10:22 · fix commit 8f62b04c · verifier record vr-112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FE13CE-86C5-4CDA-9933-214BC374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196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DA5BB"/>
                </a:solidFill>
              </a:defRPr>
            </a:pPr>
            <a:r>
              <a:rPr sz="900" b="1" i="0">
                <a:solidFill>
                  <a:srgbClr val="8DA5BB"/>
                </a:solidFill>
              </a:rPr>
              <a:t>SCOPE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E5540D-C37E-49CF-834A-D4572686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29200"/>
            <a:ext cx="2362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A1726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93C53B-A4C0-42BC-87D0-70F29DBA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1244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F8FD"/>
                </a:solidFill>
              </a:defRPr>
            </a:pPr>
            <a:r>
              <a:rPr sz="1050" b="1" i="0">
                <a:solidFill>
                  <a:srgbClr val="F3F8FD"/>
                </a:solidFill>
              </a:rPr>
              <a:t>verify-claim-sweep + successors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2043337-15C1-44D0-B5BB-18F16E36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8196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DA5BB"/>
                </a:solidFill>
              </a:defRPr>
            </a:pPr>
            <a:r>
              <a:rPr sz="900" b="1" i="0">
                <a:solidFill>
                  <a:srgbClr val="8DA5BB"/>
                </a:solidFill>
              </a:rPr>
              <a:t>AUTHORITY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79C890-FBEE-4995-B274-F517C433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29200"/>
            <a:ext cx="2362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A1726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80A9D1-288D-48F2-B1BD-9115D7CD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244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F8FD"/>
                </a:solidFill>
              </a:defRPr>
            </a:pPr>
            <a:r>
              <a:rPr sz="1050" b="1" i="0">
                <a:solidFill>
                  <a:srgbClr val="F3F8FD"/>
                </a:solidFill>
              </a:rPr>
              <a:t>Propose for my approval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1CBF77-3F72-4523-A85A-72380F95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19650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DA5BB"/>
                </a:solidFill>
              </a:defRPr>
            </a:pPr>
            <a:r>
              <a:rPr sz="900" b="1" i="0">
                <a:solidFill>
                  <a:srgbClr val="8DA5BB"/>
                </a:solidFill>
              </a:rPr>
              <a:t>CORRECTION BUDGET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F9ED63-EBF5-4618-B5E9-10BB771D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29200"/>
            <a:ext cx="26098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A1726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EB13D4-E138-4E53-B0C2-AE2614DD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24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F8FD"/>
                </a:solidFill>
              </a:defRPr>
            </a:pPr>
            <a:r>
              <a:rPr sz="1050" b="1" i="0">
                <a:solidFill>
                  <a:srgbClr val="F3F8FD"/>
                </a:solidFill>
              </a:rPr>
              <a:t>400k tokens / $1.50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2053DEE-CCBA-4F21-9B68-127DA59B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734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Nothing changes until the generated graph patch is reviewed and approved.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D019077-F160-4B40-A57A-B349C17E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096000"/>
            <a:ext cx="9715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81E194F-C3E3-47E9-981B-B5F2B1F6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16267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3F8FD"/>
                </a:solidFill>
              </a:defRPr>
            </a:pPr>
            <a:r>
              <a:rPr sz="975" b="1" i="0">
                <a:solidFill>
                  <a:srgbClr val="F3F8FD"/>
                </a:solidFill>
              </a:rPr>
              <a:t>Cancel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F06D99C-BA2D-432F-8E19-E0B359CC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096000"/>
            <a:ext cx="11811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CC2FF"/>
          </a:solidFill>
          <a:ln xmlns:a="http://schemas.openxmlformats.org/drawingml/2006/main" w="0">
            <a:solidFill>
              <a:srgbClr val="4CC2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3394A57-D9FE-4B65-8DA5-6F40130D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1626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6131E"/>
                </a:solidFill>
              </a:defRPr>
            </a:pPr>
            <a:r>
              <a:rPr sz="825" b="1" i="0">
                <a:solidFill>
                  <a:srgbClr val="06131E"/>
                </a:solidFill>
              </a:rPr>
              <a:t>Generate plan</a:t>
            </a:r>
          </a:p>
        </p:txBody>
      </p:sp>
    </p:spTree>
    <p:extLst>
      <p:ext uri="{BB962C8B-B14F-4D97-AF65-F5344CB8AC3E}">
        <p14:creationId xmlns:p14="http://schemas.microsoft.com/office/powerpoint/2010/main" val="2206841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31BFFF9-5194-44DD-91AB-3E2382FD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FB395-A290-464C-AB09-08370AB6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28"/>
          </a:solidFill>
          <a:ln xmlns:a="http://schemas.openxmlformats.org/drawingml/2006/main" w="0">
            <a:solidFill>
              <a:srgbClr val="0A182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5A3E3-49E7-46CA-A37B-C95FCD02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C2DB9-3876-4691-808A-8AE2AACE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19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CC2FF"/>
                </a:solidFill>
              </a:defRPr>
            </a:pPr>
            <a:r>
              <a:rPr sz="1200" b="1" i="0">
                <a:solidFill>
                  <a:srgbClr val="4CC2FF"/>
                </a:solidFill>
              </a:rPr>
              <a:t>TASK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611AC-BE11-4E77-B8D5-CB9FCAB3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191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21558-E316-4BAE-858E-0F5A91BB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66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DA5BB"/>
                </a:solidFill>
              </a:defRPr>
            </a:pPr>
            <a:r>
              <a:rPr sz="1050" b="1" i="0">
                <a:solidFill>
                  <a:srgbClr val="8DA5BB"/>
                </a:solidFill>
              </a:rPr>
              <a:t>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B858E-5BDF-4831-9B86-8D64FFF4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Fleet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51B87-E11E-4CDF-B318-2F2BBF76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85875"/>
            <a:ext cx="1428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3A55"/>
          </a:solidFill>
          <a:ln xmlns:a="http://schemas.openxmlformats.org/drawingml/2006/main" w="0">
            <a:solidFill>
              <a:srgbClr val="113A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247B3-1278-4BEB-9192-30F4F8E9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335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3A55"/>
          </a:solidFill>
          <a:ln xmlns:a="http://schemas.openxmlformats.org/drawingml/2006/main" w="9525">
            <a:solidFill>
              <a:srgbClr val="4CC2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623A4-2286-41B5-9E55-5C1F694D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4CC2FF"/>
                </a:solidFill>
              </a:defRPr>
            </a:pPr>
            <a:r>
              <a:rPr sz="1050" b="1" i="0">
                <a:solidFill>
                  <a:srgbClr val="4CC2FF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914E6-BB13-4505-A0AC-10DCF137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3F8FD"/>
                </a:solidFill>
              </a:defRPr>
            </a:pPr>
            <a:r>
              <a:rPr sz="975" b="1" i="0">
                <a:solidFill>
                  <a:srgbClr val="F3F8FD"/>
                </a:solidFill>
              </a:rPr>
              <a:t>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1D8B8-F8E9-480B-B5CD-91FC26F8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47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E886F6-8662-426F-B6AA-D16596B2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95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DA5BB"/>
                </a:solidFill>
              </a:defRPr>
            </a:pPr>
            <a:r>
              <a:rPr sz="1050" b="1" i="0">
                <a:solidFill>
                  <a:srgbClr val="8DA5BB"/>
                </a:solidFill>
              </a:rPr>
              <a:t>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1873F-9AC4-40A0-8B6E-FC33D653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Observatory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6EC0A-6BA8-47AB-A027-27ECF2B1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FBACB-E24A-41D2-B6C5-9D80F06E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098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DA5BB"/>
                </a:solidFill>
              </a:defRPr>
            </a:pPr>
            <a:r>
              <a:rPr sz="1050" b="1" i="0">
                <a:solidFill>
                  <a:srgbClr val="8DA5BB"/>
                </a:solidFill>
              </a:rPr>
              <a:t>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D50177-ECE5-441C-896E-D503A897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Routines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8D65E-D6D6-4A14-8CDF-B02E39E3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876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1728"/>
          </a:solidFill>
          <a:ln xmlns:a="http://schemas.openxmlformats.org/drawingml/2006/main" w="0">
            <a:solidFill>
              <a:srgbClr val="0817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59464-B2B0-422C-9EE7-24648E28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24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DA5BB"/>
                </a:solidFill>
              </a:defRPr>
            </a:pPr>
            <a:r>
              <a:rPr sz="1050" b="1" i="0">
                <a:solidFill>
                  <a:srgbClr val="8DA5BB"/>
                </a:solidFill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2D0015-957C-41EA-B742-0502644C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B10F8E-4B04-4749-A8B7-316EDEFF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52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2CD162-EA69-4AA0-90FE-A37D9A0C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3F8FD"/>
                </a:solidFill>
              </a:defRPr>
            </a:pPr>
            <a:r>
              <a:rPr sz="825" b="1" i="0">
                <a:solidFill>
                  <a:srgbClr val="F3F8FD"/>
                </a:solidFill>
              </a:rPr>
              <a:t>main · orchestrator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657F1F-16D7-406E-8DE2-B24874C6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481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DA5BB"/>
                </a:solidFill>
              </a:defRPr>
            </a:pPr>
            <a:r>
              <a:rPr sz="825" b="0" i="0">
                <a:solidFill>
                  <a:srgbClr val="8DA5BB"/>
                </a:solidFill>
              </a:rPr>
              <a:t>sha 9bc83f2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9143B3-7764-45C1-A020-ECE78867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210300"/>
            <a:ext cx="131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151178-B938-48A7-B7D6-B8D281AB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A1"/>
          </a:solidFill>
          <a:ln xmlns:a="http://schemas.openxmlformats.org/drawingml/2006/main" w="0">
            <a:solidFill>
              <a:srgbClr val="55D6A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5DD353-860B-4A80-8F2B-C9AC4977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DA5BB"/>
                </a:solidFill>
              </a:defRPr>
            </a:pPr>
            <a:r>
              <a:rPr sz="900" b="1" i="0">
                <a:solidFill>
                  <a:srgbClr val="8DA5BB"/>
                </a:solidFill>
              </a:rPr>
              <a:t>System healthy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BCA206-01D9-4FF2-89F0-84AC9369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3F8FD"/>
                </a:solidFill>
              </a:defRPr>
            </a:pPr>
            <a:r>
              <a:rPr sz="1350" b="1" i="0">
                <a:solidFill>
                  <a:srgbClr val="F3F8FD"/>
                </a:solidFill>
              </a:rPr>
              <a:t>r314 / Recovery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B998CD-9B18-4137-8FF5-DE7C0B25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3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B24E80-7483-4150-9017-F3806316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01 · PERSISTENT INSPECTOR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5CC552-56AF-490D-859E-4F9CDAA5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0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8DA5BB"/>
                </a:solidFill>
              </a:defRPr>
            </a:pPr>
            <a:r>
              <a:rPr sz="900" b="1" i="0">
                <a:solidFill>
                  <a:srgbClr val="8DA5BB"/>
                </a:solidFill>
              </a:rPr>
              <a:t>⌘ 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273BB9-1A02-4D74-BDF0-27DE55D0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0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A55"/>
          </a:solidFill>
          <a:ln xmlns:a="http://schemas.openxmlformats.org/drawingml/2006/main" w="9525">
            <a:solidFill>
              <a:srgbClr val="4CC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EB27FA-6130-47BF-A0F5-4225ABA6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4CC2FF"/>
                </a:solidFill>
              </a:defRPr>
            </a:pPr>
            <a:r>
              <a:rPr sz="975" b="1" i="0">
                <a:solidFill>
                  <a:srgbClr val="4CC2FF"/>
                </a:solidFill>
              </a:rPr>
              <a:t>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CF4EAE-A32F-4719-A7E9-69F64E80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81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3F8FD"/>
                </a:solidFill>
              </a:defRPr>
            </a:pPr>
            <a:r>
              <a:rPr sz="1800" b="1" i="0">
                <a:solidFill>
                  <a:srgbClr val="F3F8FD"/>
                </a:solidFill>
              </a:rPr>
              <a:t>r314 · recovered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D1AF39-C5A8-4E12-B3A8-B0AAA217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104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directive d-7 · patch p-44 · outcome o-19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C61B93-8B93-4833-A6AF-3B5F8947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838200"/>
            <a:ext cx="10668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6D7555-72A1-4A7C-9F68-A86BC524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9048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3F8FD"/>
                </a:solidFill>
              </a:defRPr>
            </a:pPr>
            <a:r>
              <a:rPr sz="825" b="1" i="0">
                <a:solidFill>
                  <a:srgbClr val="F3F8FD"/>
                </a:solidFill>
              </a:rPr>
              <a:t>Compare run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1689CB-4763-47F8-BF15-3D503295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838200"/>
            <a:ext cx="11811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B9726E-D8BA-41DC-81BA-ED46EA11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9048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3F8FD"/>
                </a:solidFill>
              </a:defRPr>
            </a:pPr>
            <a:r>
              <a:rPr sz="825" b="1" i="0">
                <a:solidFill>
                  <a:srgbClr val="F3F8FD"/>
                </a:solidFill>
              </a:rPr>
              <a:t>Open outcome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2B4D84-C092-405A-A967-389762FF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0490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72F"/>
          </a:solidFill>
          <a:ln xmlns:a="http://schemas.openxmlformats.org/drawingml/2006/main" w="9525">
            <a:solidFill>
              <a:srgbClr val="55D6A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8CAF1A-7BEF-4BBC-8870-0C11FB2D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11430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5D6A1"/>
                </a:solidFill>
              </a:defRPr>
            </a:pPr>
            <a:r>
              <a:rPr sz="900" b="1" i="0">
                <a:solidFill>
                  <a:srgbClr val="55D6A1"/>
                </a:solidFill>
              </a:rPr>
              <a:t>MERGED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6D3738-0BD4-471F-A5A1-E28CE314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504950"/>
            <a:ext cx="619125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BE2CCC-FDD2-4746-847C-88BB7A42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733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CORRECTIVE ROUTE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C1560E-2823-4216-B877-79121E2F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76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DA5BB"/>
                </a:solidFill>
              </a:defRPr>
            </a:pPr>
            <a:r>
              <a:rPr sz="975" b="1" i="0">
                <a:solidFill>
                  <a:srgbClr val="8DA5BB"/>
                </a:solidFill>
              </a:rPr>
              <a:t>original strand suspended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5938FD-BB79-4AA0-B681-06870914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8127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7F9DC2-2857-4037-9DF0-269A0149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55D6A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118838-285C-4A7F-8045-F4F7E179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8602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F8FD"/>
                </a:solidFill>
              </a:defRPr>
            </a:pPr>
            <a:r>
              <a:rPr sz="900" b="1" i="0">
                <a:solidFill>
                  <a:srgbClr val="F3F8FD"/>
                </a:solidFill>
              </a:rPr>
              <a:t>plan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0FEDF8-7D1A-4D60-9D41-133A7F38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8127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6DEC80-06DF-4D0B-8528-13ACE8F5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8125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55D6A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65CB55-7C4A-4BDC-9721-B433836B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8602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F8FD"/>
                </a:solidFill>
              </a:defRPr>
            </a:pPr>
            <a:r>
              <a:rPr sz="900" b="1" i="0">
                <a:solidFill>
                  <a:srgbClr val="F3F8FD"/>
                </a:solidFill>
              </a:rPr>
              <a:t>build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CB1556-5371-4B4A-9A30-1B3E28B6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8127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5E3863-1E20-4AE2-8351-B9451A54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8125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893C477-03FA-4F5D-A3E0-AC03AFD5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8602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F8FD"/>
                </a:solidFill>
              </a:defRPr>
            </a:pPr>
            <a:r>
              <a:rPr sz="900" b="1" i="0">
                <a:solidFill>
                  <a:srgbClr val="F3F8FD"/>
                </a:solidFill>
              </a:rPr>
              <a:t>verify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BA87E7-DBDA-423F-8CE3-90319D89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8127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D91EDF-3F9C-474E-8D09-8F2F6097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3A55"/>
          </a:solidFill>
          <a:ln xmlns:a="http://schemas.openxmlformats.org/drawingml/2006/main" w="19050">
            <a:solidFill>
              <a:srgbClr val="4CC2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E928CB-34ED-4867-BBC1-194538E5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8602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F8FD"/>
                </a:solidFill>
              </a:defRPr>
            </a:pPr>
            <a:r>
              <a:rPr sz="900" b="1" i="0">
                <a:solidFill>
                  <a:srgbClr val="F3F8FD"/>
                </a:solidFill>
              </a:rPr>
              <a:t>join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DF8C74-ECFA-462B-9E7F-BB76352C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81250"/>
            <a:ext cx="666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21378A3-FA21-4F3B-8ACD-034B001D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8602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F8FD"/>
                </a:solidFill>
              </a:defRPr>
            </a:pPr>
            <a:r>
              <a:rPr sz="900" b="1" i="0">
                <a:solidFill>
                  <a:srgbClr val="F3F8FD"/>
                </a:solidFill>
              </a:rPr>
              <a:t>final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3420F75-A2C3-4445-BAAE-A28FBF8A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AA171D-BBCB-4C7B-B224-43647093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8615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78BFA"/>
                </a:solidFill>
              </a:defRPr>
            </a:pPr>
            <a:r>
              <a:rPr sz="975" b="1" i="0">
                <a:solidFill>
                  <a:srgbClr val="A78BFA"/>
                </a:solidFill>
              </a:rPr>
              <a:t>directive + incident + fix bound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DCAB629-94A0-4CD9-9D11-6D69C335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433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53B0BA-046D-4AFB-B0A6-956829F8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05250"/>
            <a:ext cx="1104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FFBD5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B094864-DF31-4B69-A1B7-DF45BA0F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86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5C"/>
          </a:solidFill>
          <a:ln xmlns:a="http://schemas.openxmlformats.org/drawingml/2006/main" w="0">
            <a:solidFill>
              <a:srgbClr val="FFBD5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70F091C-A5F0-4FC2-B755-85A57799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386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F8FD"/>
                </a:solidFill>
              </a:defRPr>
            </a:pPr>
            <a:r>
              <a:rPr sz="1050" b="1" i="0">
                <a:solidFill>
                  <a:srgbClr val="F3F8FD"/>
                </a:solidFill>
              </a:rPr>
              <a:t>steer plan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307CA2C-5BC4-42D9-A8DB-29D7DC03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433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8EF05D8-EF8A-4152-87A8-A08A0533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05250"/>
            <a:ext cx="1104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55D6A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E05EC8E-4889-4BBC-A43E-E597F11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86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A1"/>
          </a:solidFill>
          <a:ln xmlns:a="http://schemas.openxmlformats.org/drawingml/2006/main" w="0">
            <a:solidFill>
              <a:srgbClr val="55D6A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8F3C2D9-2390-4117-A070-F123918E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386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F8FD"/>
                </a:solidFill>
              </a:defRPr>
            </a:pPr>
            <a:r>
              <a:rPr sz="1050" b="1" i="0">
                <a:solidFill>
                  <a:srgbClr val="F3F8FD"/>
                </a:solidFill>
              </a:rPr>
              <a:t>build rework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413505A-0D83-4C1A-BBC0-FE114B05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4337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149333D-7AF2-4E70-8DDB-6EDFDB4E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05250"/>
            <a:ext cx="1104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3A55"/>
          </a:solidFill>
          <a:ln xmlns:a="http://schemas.openxmlformats.org/drawingml/2006/main" w="19050">
            <a:solidFill>
              <a:srgbClr val="4CC2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6D12897-09E6-4B6D-9D31-F61EC792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86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5C"/>
          </a:solidFill>
          <a:ln xmlns:a="http://schemas.openxmlformats.org/drawingml/2006/main" w="0">
            <a:solidFill>
              <a:srgbClr val="FFBD5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B80FE57-F13E-42D9-A810-26399D5A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386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F8FD"/>
                </a:solidFill>
              </a:defRPr>
            </a:pPr>
            <a:r>
              <a:rPr sz="1050" b="1" i="0">
                <a:solidFill>
                  <a:srgbClr val="F3F8FD"/>
                </a:solidFill>
              </a:rPr>
              <a:t>verify + replay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5266095-92E5-4DC5-A14D-0227C9B3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05250"/>
            <a:ext cx="1104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55D6A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6D5CEB0-4135-4725-9660-D9723CD5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86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A1"/>
          </a:solidFill>
          <a:ln xmlns:a="http://schemas.openxmlformats.org/drawingml/2006/main" w="0">
            <a:solidFill>
              <a:srgbClr val="55D6A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CAF0080-7B24-4EA6-98B4-22EA3955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386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F8FD"/>
                </a:solidFill>
              </a:defRPr>
            </a:pPr>
            <a:r>
              <a:rPr sz="1050" b="1" i="0">
                <a:solidFill>
                  <a:srgbClr val="F3F8FD"/>
                </a:solidFill>
              </a:rPr>
              <a:t>join rewired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20913F6-DCCE-438F-B068-B6453388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762500"/>
            <a:ext cx="57340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372F"/>
          </a:solidFill>
          <a:ln xmlns:a="http://schemas.openxmlformats.org/drawingml/2006/main" w="9525">
            <a:solidFill>
              <a:srgbClr val="55D6A1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7D3C870-4EA0-442F-991E-DAA187E0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530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5D6A1"/>
                </a:solidFill>
              </a:defRPr>
            </a:pPr>
            <a:r>
              <a:rPr sz="825" b="1" i="0">
                <a:solidFill>
                  <a:srgbClr val="55D6A1"/>
                </a:solidFill>
              </a:rPr>
              <a:t>FINAL GATE GREEN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E1C0FD7-04DA-42DB-9FAE-96F1BBBB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9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F8FD"/>
                </a:solidFill>
              </a:defRPr>
            </a:pPr>
            <a:r>
              <a:rPr sz="1500" b="1" i="0">
                <a:solidFill>
                  <a:srgbClr val="F3F8FD"/>
                </a:solidFill>
              </a:rPr>
              <a:t>Merged · 6h 51m · $6.94 / $12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F4D094E-B66F-4A5A-94CC-BD761493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62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A5BB"/>
                </a:solidFill>
              </a:defRPr>
            </a:pPr>
            <a:r>
              <a:rPr sz="975" b="0" i="0">
                <a:solidFill>
                  <a:srgbClr val="8DA5BB"/>
                </a:solidFill>
              </a:rPr>
              <a:t>14:05 · corrective verifier passed · outcome recorded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26374E0-06DE-4667-A7C3-F7C2F0DC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04950"/>
            <a:ext cx="3695700" cy="504825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19050">
            <a:solidFill>
              <a:srgbClr val="4CC2F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CAD59AE-CB1B-4064-8217-659E7E94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335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4CC2FF"/>
                </a:solidFill>
              </a:defRPr>
            </a:pPr>
            <a:r>
              <a:rPr sz="825" b="1" i="0">
                <a:solidFill>
                  <a:srgbClr val="4CC2FF"/>
                </a:solidFill>
              </a:rPr>
              <a:t>OUTCOME INSPECTOR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CE1589E-0DEB-4464-81F8-4187B221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DA5BB"/>
                </a:solidFill>
              </a:defRPr>
            </a:pPr>
            <a:r>
              <a:rPr sz="975" b="1" i="0">
                <a:solidFill>
                  <a:srgbClr val="8DA5BB"/>
                </a:solidFill>
              </a:rPr>
              <a:t>Directive binding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FBF877-52E1-4D94-B800-F4678A72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76450"/>
            <a:ext cx="1104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72F"/>
          </a:solidFill>
          <a:ln xmlns:a="http://schemas.openxmlformats.org/drawingml/2006/main" w="0">
            <a:solidFill>
              <a:srgbClr val="14372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E3656C4-770F-4B52-A98B-236EB416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11455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5D6A1"/>
                </a:solidFill>
              </a:defRPr>
            </a:pPr>
            <a:r>
              <a:rPr sz="825" b="1" i="0">
                <a:solidFill>
                  <a:srgbClr val="55D6A1"/>
                </a:solidFill>
              </a:rPr>
              <a:t>CONFIRMED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B2E3ECE-9A3F-440C-A824-7848FBE1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3F8FD"/>
                </a:solidFill>
              </a:defRPr>
            </a:pPr>
            <a:r>
              <a:rPr sz="1125" b="1" i="0">
                <a:solidFill>
                  <a:srgbClr val="F3F8FD"/>
                </a:solidFill>
              </a:rPr>
              <a:t>d-7 entered build-rework and verify-replay packets.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32B60D4-7FD0-4CCC-ABA0-288B0025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50"/>
          </a:solidFill>
          <a:ln xmlns:a="http://schemas.openxmlformats.org/drawingml/2006/main" w="0">
            <a:solidFill>
              <a:srgbClr val="263C50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D87BB46-425E-436E-B61C-98F28D92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575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Intervention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5201F45-1591-424A-9A7E-DA366BC3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05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3F8FD"/>
                </a:solidFill>
              </a:defRPr>
            </a:pPr>
            <a:r>
              <a:rPr sz="1200" b="1" i="0">
                <a:solidFill>
                  <a:srgbClr val="F3F8FD"/>
                </a:solidFill>
              </a:rPr>
              <a:t>1 approved patch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8BB8810-D1FB-4BA9-BE98-D8BCA588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243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DA5BB"/>
                </a:solidFill>
              </a:defRPr>
            </a:pPr>
            <a:r>
              <a:rPr sz="825" b="1" i="0">
                <a:solidFill>
                  <a:srgbClr val="8DA5BB"/>
                </a:solidFill>
              </a:rPr>
              <a:t>Learning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DF20F85-BC87-4549-9EBA-41515D1D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9100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3F8FD"/>
                </a:solidFill>
              </a:defRPr>
            </a:pPr>
            <a:r>
              <a:rPr sz="1200" b="1" i="0">
                <a:solidFill>
                  <a:srgbClr val="F3F8FD"/>
                </a:solidFill>
              </a:rPr>
              <a:t>Repeated incident context belongs upstream in the routine.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0EC9EC6-0D3F-434C-9223-55242970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10150"/>
            <a:ext cx="1809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1D2E"/>
          </a:solidFill>
          <a:ln xmlns:a="http://schemas.openxmlformats.org/drawingml/2006/main" w="9525">
            <a:solidFill>
              <a:srgbClr val="263C50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BC406EF-4C69-44A7-A3DC-05013044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768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3F8FD"/>
                </a:solidFill>
              </a:defRPr>
            </a:pPr>
            <a:r>
              <a:rPr sz="900" b="1" i="0">
                <a:solidFill>
                  <a:srgbClr val="F3F8FD"/>
                </a:solidFill>
              </a:rPr>
              <a:t>Create routine change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AE41B8E-6439-429A-85B2-FDF49381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10150"/>
            <a:ext cx="12382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CC2FF"/>
          </a:solidFill>
          <a:ln xmlns:a="http://schemas.openxmlformats.org/drawingml/2006/main" w="0">
            <a:solidFill>
              <a:srgbClr val="4CC2F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BF1E634-8297-4640-ABF6-0627DE18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0768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6131E"/>
                </a:solidFill>
              </a:defRPr>
            </a:pPr>
            <a:r>
              <a:rPr sz="900" b="1" i="0">
                <a:solidFill>
                  <a:srgbClr val="06131E"/>
                </a:solidFill>
              </a:rPr>
              <a:t>Bank outcome</a:t>
            </a:r>
          </a:p>
        </p:txBody>
      </p:sp>
    </p:spTree>
    <p:extLst>
      <p:ext uri="{BB962C8B-B14F-4D97-AF65-F5344CB8AC3E}">
        <p14:creationId xmlns:p14="http://schemas.microsoft.com/office/powerpoint/2010/main" val="18800140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2026-07-18T21:55:14.9790000Z</dcterms:created>
  <dcterms:modified xsi:type="dcterms:W3CDTF">2026-07-18T21:55:14.9790000Z</dcterms:modified>
</coreProperties>
</file>