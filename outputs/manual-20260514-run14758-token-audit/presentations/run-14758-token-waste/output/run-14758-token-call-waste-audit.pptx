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b6291412264da7" /><Relationship Type="http://schemas.openxmlformats.org/officeDocument/2006/relationships/extended-properties" Target="/docProps/app.xml" Id="R598e1a0ec52d449e" /><Relationship Type="http://schemas.openxmlformats.org/officeDocument/2006/relationships/officeDocument" Target="/ppt/presentation.xml" Id="R062ef43d78ce45cd" /></Relationships>
</file>

<file path=ppt/presentation.xml><?xml version="1.0" encoding="utf-8"?>
<p:presentation xmlns:p="http://schemas.openxmlformats.org/presentationml/2006/main">
  <p:sldMasterIdLst>
    <p:sldMasterId xmlns:r="http://schemas.openxmlformats.org/officeDocument/2006/relationships" id="2147483648" r:id="R30e4795b96a44843"/>
  </p:sldMasterIdLst>
  <p:notesMasterIdLst>
    <p:notesMasterId xmlns:r="http://schemas.openxmlformats.org/officeDocument/2006/relationships" r:id="R0e6eb0b017be4e49"/>
  </p:notesMasterIdLst>
  <p:sldIdLst>
    <p:sldId xmlns:r="http://schemas.openxmlformats.org/officeDocument/2006/relationships" id="256" r:id="Rf4afe65a4aa14b57"/>
    <p:sldId xmlns:r="http://schemas.openxmlformats.org/officeDocument/2006/relationships" id="257" r:id="R30d5123d38d34f4d"/>
    <p:sldId xmlns:r="http://schemas.openxmlformats.org/officeDocument/2006/relationships" id="258" r:id="R132d6c3c2cbb4439"/>
    <p:sldId xmlns:r="http://schemas.openxmlformats.org/officeDocument/2006/relationships" id="259" r:id="Rbc5f4a3feae443c0"/>
    <p:sldId xmlns:r="http://schemas.openxmlformats.org/officeDocument/2006/relationships" id="260" r:id="R4dc01da02f2140da"/>
    <p:sldId xmlns:r="http://schemas.openxmlformats.org/officeDocument/2006/relationships" id="261" r:id="R3a9caad860b3497c"/>
    <p:sldId xmlns:r="http://schemas.openxmlformats.org/officeDocument/2006/relationships" id="262" r:id="R05cc622ce8904f2f"/>
    <p:sldId xmlns:r="http://schemas.openxmlformats.org/officeDocument/2006/relationships" id="263" r:id="R2518148202ec445a"/>
    <p:sldId xmlns:r="http://schemas.openxmlformats.org/officeDocument/2006/relationships" id="264" r:id="R728a9be6e1af4d4b"/>
    <p:sldId xmlns:r="http://schemas.openxmlformats.org/officeDocument/2006/relationships" id="265" r:id="R7cbe2bffdd114a5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0e4795b96a44843" /><Relationship Type="http://schemas.openxmlformats.org/officeDocument/2006/relationships/theme" Target="/ppt/theme/theme1.xml" Id="R9b0138192d7245c7" /><Relationship Type="http://schemas.openxmlformats.org/officeDocument/2006/relationships/notesMaster" Target="/ppt/notesMasters/notesMaster1.xml" Id="R0e6eb0b017be4e49" /><Relationship Type="http://schemas.openxmlformats.org/officeDocument/2006/relationships/presProps" Target="/ppt/presProps.xml" Id="Rdd63d0c26cdb41b0" /><Relationship Type="http://schemas.openxmlformats.org/officeDocument/2006/relationships/viewProps" Target="/ppt/viewProps.xml" Id="R1a80a805050b4859" /><Relationship Type="http://schemas.openxmlformats.org/officeDocument/2006/relationships/tableStyles" Target="/ppt/tableStyles.xml" Id="Rb884555bc46344eb" /><Relationship Type="http://schemas.openxmlformats.org/officeDocument/2006/relationships/slide" Target="/ppt/slides/slide1.xml" Id="Rf4afe65a4aa14b57" /><Relationship Type="http://schemas.openxmlformats.org/officeDocument/2006/relationships/slide" Target="/ppt/slides/slide2.xml" Id="R30d5123d38d34f4d" /><Relationship Type="http://schemas.openxmlformats.org/officeDocument/2006/relationships/slide" Target="/ppt/slides/slide3.xml" Id="R132d6c3c2cbb4439" /><Relationship Type="http://schemas.openxmlformats.org/officeDocument/2006/relationships/slide" Target="/ppt/slides/slide4.xml" Id="Rbc5f4a3feae443c0" /><Relationship Type="http://schemas.openxmlformats.org/officeDocument/2006/relationships/slide" Target="/ppt/slides/slide5.xml" Id="R4dc01da02f2140da" /><Relationship Type="http://schemas.openxmlformats.org/officeDocument/2006/relationships/slide" Target="/ppt/slides/slide6.xml" Id="R3a9caad860b3497c" /><Relationship Type="http://schemas.openxmlformats.org/officeDocument/2006/relationships/slide" Target="/ppt/slides/slide7.xml" Id="R05cc622ce8904f2f" /><Relationship Type="http://schemas.openxmlformats.org/officeDocument/2006/relationships/slide" Target="/ppt/slides/slide8.xml" Id="R2518148202ec445a" /><Relationship Type="http://schemas.openxmlformats.org/officeDocument/2006/relationships/slide" Target="/ppt/slides/slide9.xml" Id="R728a9be6e1af4d4b" /><Relationship Type="http://schemas.openxmlformats.org/officeDocument/2006/relationships/slide" Target="/ppt/slides/slide10.xml" Id="R7cbe2bffdd114a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dc7a254d12046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d63f06bf5f4ec2" /><Relationship Type="http://schemas.openxmlformats.org/officeDocument/2006/relationships/notesMaster" Target="/ppt/notesMasters/notesMaster1.xml" Id="Rf35bfd294da74d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ad876ca1a44791" /><Relationship Type="http://schemas.openxmlformats.org/officeDocument/2006/relationships/notesMaster" Target="/ppt/notesMasters/notesMaster1.xml" Id="R18cd09c33ee444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ebc544a6e4c4d50" /><Relationship Type="http://schemas.openxmlformats.org/officeDocument/2006/relationships/notesMaster" Target="/ppt/notesMasters/notesMaster1.xml" Id="Rf6665eb00dbc4d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b7a5ff9d134298" /><Relationship Type="http://schemas.openxmlformats.org/officeDocument/2006/relationships/notesMaster" Target="/ppt/notesMasters/notesMaster1.xml" Id="Ra9354dfec74441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a60a48051e42c8" /><Relationship Type="http://schemas.openxmlformats.org/officeDocument/2006/relationships/notesMaster" Target="/ppt/notesMasters/notesMaster1.xml" Id="R710c02435c2b43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a4094712c84ebe" /><Relationship Type="http://schemas.openxmlformats.org/officeDocument/2006/relationships/notesMaster" Target="/ppt/notesMasters/notesMaster1.xml" Id="Re2cee31680544c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8235ab95814629" /><Relationship Type="http://schemas.openxmlformats.org/officeDocument/2006/relationships/notesMaster" Target="/ppt/notesMasters/notesMaster1.xml" Id="Ra0c1b67e749d43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1848340dfb4e1f" /><Relationship Type="http://schemas.openxmlformats.org/officeDocument/2006/relationships/notesMaster" Target="/ppt/notesMasters/notesMaster1.xml" Id="R7ee7623730cc4cf2" /></Relationships>
</file>

<file path=ppt/notesSlides/_rels/notesSlide9.xml.rels>&#65279;<?xml version="1.0" encoding="utf-8"?><Relationships xmlns="http://schemas.openxmlformats.org/package/2006/relationships"><Relationship Type="http://schemas.openxmlformats.org/officeDocument/2006/relationships/slide" Target="/ppt/slides/slide9.xml" Id="R476bb93b1c24463f" /><Relationship Type="http://schemas.openxmlformats.org/officeDocument/2006/relationships/notesMaster" Target="/ppt/notesMasters/notesMaster1.xml" Id="Rc4ec6d3e5e0649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5dcac2a43ff4395" /><Relationship Type="http://schemas.openxmlformats.org/officeDocument/2006/relationships/notesMaster" Target="/ppt/notesMasters/notesMaster1.xml" Id="Rc38ced80f5ca4f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3fd6e9ddeea430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b8d957e536ba4dc1" /><Relationship Type="http://schemas.openxmlformats.org/officeDocument/2006/relationships/slideLayout" Target="/ppt/slideLayouts/slideLayout2.xml" Id="R93847fcaa0c34c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3847fcaa0c34c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5e8fe078bd24c5c" /><Relationship Type="http://schemas.openxmlformats.org/officeDocument/2006/relationships/notesSlide" Target="/ppt/notesSlides/notesSlide1.xml" Id="Ra97d64a3c3384f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f78b50143a8b4fd4" /><Relationship Type="http://schemas.openxmlformats.org/officeDocument/2006/relationships/notesSlide" Target="/ppt/notesSlides/notesSlide2.xml" Id="R51bd61e1995941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31f3fb5b4884914" /><Relationship Type="http://schemas.openxmlformats.org/officeDocument/2006/relationships/notesSlide" Target="/ppt/notesSlides/notesSlide3.xml" Id="Re5aed9f6afd245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2bbc5dc3d0e5414b" /><Relationship Type="http://schemas.openxmlformats.org/officeDocument/2006/relationships/notesSlide" Target="/ppt/notesSlides/notesSlide4.xml" Id="Re5a0b6499ab840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38ce54255354750" /><Relationship Type="http://schemas.openxmlformats.org/officeDocument/2006/relationships/notesSlide" Target="/ppt/notesSlides/notesSlide5.xml" Id="Rabbcc508bc2142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970189a8b52e4784" /><Relationship Type="http://schemas.openxmlformats.org/officeDocument/2006/relationships/notesSlide" Target="/ppt/notesSlides/notesSlide6.xml" Id="R0131656e259f4cd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2ccdb58b28444ed" /><Relationship Type="http://schemas.openxmlformats.org/officeDocument/2006/relationships/notesSlide" Target="/ppt/notesSlides/notesSlide7.xml" Id="Rf001a53ca76f452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e5ff142b31a34ab3" /><Relationship Type="http://schemas.openxmlformats.org/officeDocument/2006/relationships/notesSlide" Target="/ppt/notesSlides/notesSlide8.xml" Id="R39b79bd38eb7486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55c6b33322d4610" /><Relationship Type="http://schemas.openxmlformats.org/officeDocument/2006/relationships/notesSlide" Target="/ppt/notesSlides/notesSlide9.xml" Id="R22283b9e05de4ec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5d749ddcb5b04831" /><Relationship Type="http://schemas.openxmlformats.org/officeDocument/2006/relationships/notesSlide" Target="/ppt/notesSlides/notesSlide10.xml" Id="Re6b65fb3d44d42e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7C802BE-7BFC-43B2-981C-AB8E0B0E0F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C7495C4-CBE6-4DEE-8A8A-F05F7EF73B2C}"/>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EXECUTIVE READOUT</a:t>
            </a:r>
          </a:p>
        </p:txBody>
      </p:sp>
      <p:sp>
        <p:nvSpPr>
          <p:cNvPr id="3" name="">
            <a:extLst xmlns:a="http://schemas.openxmlformats.org/drawingml/2006/main">
              <a:ext uri="{FF2B5EF4-FFF2-40B4-BE49-F238E27FC236}">
                <a16:creationId xmlns:a16="http://schemas.microsoft.com/office/drawing/2014/main" id="{C46FF5C4-F838-41F3-AD9F-550F4C5B1F82}"/>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The pause was expensive because the parent kept carrying the whole run</a:t>
            </a:r>
          </a:p>
        </p:txBody>
      </p:sp>
      <p:sp>
        <p:nvSpPr>
          <p:cNvPr id="4" name="">
            <a:extLst xmlns:a="http://schemas.openxmlformats.org/drawingml/2006/main">
              <a:ext uri="{FF2B5EF4-FFF2-40B4-BE49-F238E27FC236}">
                <a16:creationId xmlns:a16="http://schemas.microsoft.com/office/drawing/2014/main" id="{613FE6C5-D8A6-4C30-AF93-F8437BB7ED42}"/>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The run surfaced a real orchestration contract gap, but most spend came from repeated context ballast and bookkeeping turns.</a:t>
            </a:r>
          </a:p>
        </p:txBody>
      </p:sp>
      <p:sp>
        <p:nvSpPr>
          <p:cNvPr id="5" name="">
            <a:extLst xmlns:a="http://schemas.openxmlformats.org/drawingml/2006/main">
              <a:ext uri="{FF2B5EF4-FFF2-40B4-BE49-F238E27FC236}">
                <a16:creationId xmlns:a16="http://schemas.microsoft.com/office/drawing/2014/main" id="{84B5342C-CD67-45C8-94BA-298F16B33D03}"/>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47393A2-08A1-49E9-AC57-1B73F316B08F}"/>
              </a:ext>
            </a:extLst>
          </p:cNvPr>
          <p:cNvSpPr>
            <a:spLocks xmlns:a="http://schemas.openxmlformats.org/drawingml/2006/main" noGrp="1"/>
          </p:cNvSpPr>
          <p:nvPr/>
        </p:nvSpPr>
        <p:spPr>
          <a:xfrm xmlns:a="http://schemas.openxmlformats.org/drawingml/2006/main">
            <a:off x="685800" y="1809750"/>
            <a:ext cx="2343150" cy="1009650"/>
          </a:xfrm>
          <a:prstGeom xmlns:a="http://schemas.openxmlformats.org/drawingml/2006/main" prst="rect">
            <a:avLst/>
          </a:prstGeom>
          <a:solidFill xmlns:a="http://schemas.openxmlformats.org/drawingml/2006/main">
            <a:srgbClr val="FFFDF7"/>
          </a:solidFill>
          <a:ln xmlns:a="http://schemas.openxmlformats.org/drawingml/2006/main" w="9525">
            <a:solidFill>
              <a:srgbClr val="D8D0C2"/>
            </a:solidFill>
            <a:prstDash val="solid"/>
          </a:ln>
        </p:spPr>
      </p:sp>
      <p:sp>
        <p:nvSpPr>
          <p:cNvPr id="7" name="">
            <a:extLst xmlns:a="http://schemas.openxmlformats.org/drawingml/2006/main">
              <a:ext uri="{FF2B5EF4-FFF2-40B4-BE49-F238E27FC236}">
                <a16:creationId xmlns:a16="http://schemas.microsoft.com/office/drawing/2014/main" id="{C292AAC5-E5D1-4770-AE4F-B0DE15054180}"/>
              </a:ext>
            </a:extLst>
          </p:cNvPr>
          <p:cNvSpPr>
            <a:spLocks xmlns:a="http://schemas.openxmlformats.org/drawingml/2006/main" noGrp="1"/>
          </p:cNvSpPr>
          <p:nvPr/>
        </p:nvSpPr>
        <p:spPr>
          <a:xfrm xmlns:a="http://schemas.openxmlformats.org/drawingml/2006/main">
            <a:off x="685800" y="1809750"/>
            <a:ext cx="66675" cy="100965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DA8646A2-77B1-4321-AE82-A56E7FEBCD78}"/>
              </a:ext>
            </a:extLst>
          </p:cNvPr>
          <p:cNvSpPr>
            <a:spLocks xmlns:a="http://schemas.openxmlformats.org/drawingml/2006/main" noGrp="1"/>
          </p:cNvSpPr>
          <p:nvPr/>
        </p:nvSpPr>
        <p:spPr>
          <a:xfrm xmlns:a="http://schemas.openxmlformats.org/drawingml/2006/main">
            <a:off x="895350" y="19431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E6B61"/>
                </a:solidFill>
                <a:latin typeface="Aptos"/>
                <a:ea typeface="Aptos"/>
                <a:cs typeface="Aptos"/>
              </a:defRPr>
            </a:pPr>
            <a:r>
              <a:rPr sz="1875" b="1">
                <a:solidFill>
                  <a:srgbClr val="0E6B61"/>
                </a:solidFill>
                <a:latin typeface="Aptos"/>
                <a:ea typeface="Aptos"/>
                <a:cs typeface="Aptos"/>
              </a:rPr>
              <a:t>7.4M</a:t>
            </a:r>
          </a:p>
        </p:txBody>
      </p:sp>
      <p:sp>
        <p:nvSpPr>
          <p:cNvPr id="9" name="">
            <a:extLst xmlns:a="http://schemas.openxmlformats.org/drawingml/2006/main">
              <a:ext uri="{FF2B5EF4-FFF2-40B4-BE49-F238E27FC236}">
                <a16:creationId xmlns:a16="http://schemas.microsoft.com/office/drawing/2014/main" id="{B93E1883-D254-4A53-9848-56A31310DB2E}"/>
              </a:ext>
            </a:extLst>
          </p:cNvPr>
          <p:cNvSpPr>
            <a:spLocks xmlns:a="http://schemas.openxmlformats.org/drawingml/2006/main" noGrp="1"/>
          </p:cNvSpPr>
          <p:nvPr/>
        </p:nvSpPr>
        <p:spPr>
          <a:xfrm xmlns:a="http://schemas.openxmlformats.org/drawingml/2006/main">
            <a:off x="895350" y="2286000"/>
            <a:ext cx="2019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2021"/>
                </a:solidFill>
                <a:latin typeface="Aptos"/>
                <a:ea typeface="Aptos"/>
                <a:cs typeface="Aptos"/>
              </a:defRPr>
            </a:pPr>
            <a:r>
              <a:rPr sz="900" b="1">
                <a:solidFill>
                  <a:srgbClr val="162021"/>
                </a:solidFill>
                <a:latin typeface="Aptos"/>
                <a:ea typeface="Aptos"/>
                <a:cs typeface="Aptos"/>
              </a:rPr>
              <a:t>Parent total tokens</a:t>
            </a:r>
          </a:p>
        </p:txBody>
      </p:sp>
      <p:sp>
        <p:nvSpPr>
          <p:cNvPr id="10" name="">
            <a:extLst xmlns:a="http://schemas.openxmlformats.org/drawingml/2006/main">
              <a:ext uri="{FF2B5EF4-FFF2-40B4-BE49-F238E27FC236}">
                <a16:creationId xmlns:a16="http://schemas.microsoft.com/office/drawing/2014/main" id="{AFAB9B97-A079-4CC8-A62D-C7E24B7725D9}"/>
              </a:ext>
            </a:extLst>
          </p:cNvPr>
          <p:cNvSpPr>
            <a:spLocks xmlns:a="http://schemas.openxmlformats.org/drawingml/2006/main" noGrp="1"/>
          </p:cNvSpPr>
          <p:nvPr/>
        </p:nvSpPr>
        <p:spPr>
          <a:xfrm xmlns:a="http://schemas.openxmlformats.org/drawingml/2006/main">
            <a:off x="895350" y="24955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0706B"/>
                </a:solidFill>
                <a:latin typeface="Aptos"/>
                <a:ea typeface="Aptos"/>
                <a:cs typeface="Aptos"/>
              </a:defRPr>
            </a:pPr>
            <a:r>
              <a:rPr sz="788" b="0">
                <a:solidFill>
                  <a:srgbClr val="60706B"/>
                </a:solidFill>
                <a:latin typeface="Aptos"/>
                <a:ea typeface="Aptos"/>
                <a:cs typeface="Aptos"/>
              </a:rPr>
              <a:t>6.7M were cache reads</a:t>
            </a:r>
          </a:p>
        </p:txBody>
      </p:sp>
      <p:sp>
        <p:nvSpPr>
          <p:cNvPr id="11" name="">
            <a:extLst xmlns:a="http://schemas.openxmlformats.org/drawingml/2006/main">
              <a:ext uri="{FF2B5EF4-FFF2-40B4-BE49-F238E27FC236}">
                <a16:creationId xmlns:a16="http://schemas.microsoft.com/office/drawing/2014/main" id="{6EE3909B-FE9E-42B5-A17B-0897B0D2A73C}"/>
              </a:ext>
            </a:extLst>
          </p:cNvPr>
          <p:cNvSpPr>
            <a:spLocks xmlns:a="http://schemas.openxmlformats.org/drawingml/2006/main" noGrp="1"/>
          </p:cNvSpPr>
          <p:nvPr/>
        </p:nvSpPr>
        <p:spPr>
          <a:xfrm xmlns:a="http://schemas.openxmlformats.org/drawingml/2006/main">
            <a:off x="3257550" y="1809750"/>
            <a:ext cx="2343150" cy="1009650"/>
          </a:xfrm>
          <a:prstGeom xmlns:a="http://schemas.openxmlformats.org/drawingml/2006/main" prst="rect">
            <a:avLst/>
          </a:prstGeom>
          <a:solidFill xmlns:a="http://schemas.openxmlformats.org/drawingml/2006/main">
            <a:srgbClr val="FFFDF7"/>
          </a:solidFill>
          <a:ln xmlns:a="http://schemas.openxmlformats.org/drawingml/2006/main" w="9525">
            <a:solidFill>
              <a:srgbClr val="D8D0C2"/>
            </a:solidFill>
            <a:prstDash val="solid"/>
          </a:ln>
        </p:spPr>
      </p:sp>
      <p:sp>
        <p:nvSpPr>
          <p:cNvPr id="12" name="">
            <a:extLst xmlns:a="http://schemas.openxmlformats.org/drawingml/2006/main">
              <a:ext uri="{FF2B5EF4-FFF2-40B4-BE49-F238E27FC236}">
                <a16:creationId xmlns:a16="http://schemas.microsoft.com/office/drawing/2014/main" id="{72AB648F-C0B2-42F6-A375-39013003D06B}"/>
              </a:ext>
            </a:extLst>
          </p:cNvPr>
          <p:cNvSpPr>
            <a:spLocks xmlns:a="http://schemas.openxmlformats.org/drawingml/2006/main" noGrp="1"/>
          </p:cNvSpPr>
          <p:nvPr/>
        </p:nvSpPr>
        <p:spPr>
          <a:xfrm xmlns:a="http://schemas.openxmlformats.org/drawingml/2006/main">
            <a:off x="3257550" y="1809750"/>
            <a:ext cx="66675" cy="1009650"/>
          </a:xfrm>
          <a:prstGeom xmlns:a="http://schemas.openxmlformats.org/drawingml/2006/main" prst="rect">
            <a:avLst/>
          </a:prstGeom>
          <a:solidFill xmlns:a="http://schemas.openxmlformats.org/drawingml/2006/main">
            <a:srgbClr val="B95F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91FA796-C35A-43F0-A432-7E2B03CD5470}"/>
              </a:ext>
            </a:extLst>
          </p:cNvPr>
          <p:cNvSpPr>
            <a:spLocks xmlns:a="http://schemas.openxmlformats.org/drawingml/2006/main" noGrp="1"/>
          </p:cNvSpPr>
          <p:nvPr/>
        </p:nvSpPr>
        <p:spPr>
          <a:xfrm xmlns:a="http://schemas.openxmlformats.org/drawingml/2006/main">
            <a:off x="3467100" y="19431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B95F32"/>
                </a:solidFill>
                <a:latin typeface="Aptos"/>
                <a:ea typeface="Aptos"/>
                <a:cs typeface="Aptos"/>
              </a:defRPr>
            </a:pPr>
            <a:r>
              <a:rPr sz="1875" b="1">
                <a:solidFill>
                  <a:srgbClr val="B95F32"/>
                </a:solidFill>
                <a:latin typeface="Aptos"/>
                <a:ea typeface="Aptos"/>
                <a:cs typeface="Aptos"/>
              </a:rPr>
              <a:t>222</a:t>
            </a:r>
          </a:p>
        </p:txBody>
      </p:sp>
      <p:sp>
        <p:nvSpPr>
          <p:cNvPr id="14" name="">
            <a:extLst xmlns:a="http://schemas.openxmlformats.org/drawingml/2006/main">
              <a:ext uri="{FF2B5EF4-FFF2-40B4-BE49-F238E27FC236}">
                <a16:creationId xmlns:a16="http://schemas.microsoft.com/office/drawing/2014/main" id="{990F9A2D-07AA-4AB5-8E8D-76B321169097}"/>
              </a:ext>
            </a:extLst>
          </p:cNvPr>
          <p:cNvSpPr>
            <a:spLocks xmlns:a="http://schemas.openxmlformats.org/drawingml/2006/main" noGrp="1"/>
          </p:cNvSpPr>
          <p:nvPr/>
        </p:nvSpPr>
        <p:spPr>
          <a:xfrm xmlns:a="http://schemas.openxmlformats.org/drawingml/2006/main">
            <a:off x="3467100" y="2286000"/>
            <a:ext cx="2019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2021"/>
                </a:solidFill>
                <a:latin typeface="Aptos"/>
                <a:ea typeface="Aptos"/>
                <a:cs typeface="Aptos"/>
              </a:defRPr>
            </a:pPr>
            <a:r>
              <a:rPr sz="900" b="1">
                <a:solidFill>
                  <a:srgbClr val="162021"/>
                </a:solidFill>
                <a:latin typeface="Aptos"/>
                <a:ea typeface="Aptos"/>
                <a:cs typeface="Aptos"/>
              </a:rPr>
              <a:t>Parent tool calls</a:t>
            </a:r>
          </a:p>
        </p:txBody>
      </p:sp>
      <p:sp>
        <p:nvSpPr>
          <p:cNvPr id="15" name="">
            <a:extLst xmlns:a="http://schemas.openxmlformats.org/drawingml/2006/main">
              <a:ext uri="{FF2B5EF4-FFF2-40B4-BE49-F238E27FC236}">
                <a16:creationId xmlns:a16="http://schemas.microsoft.com/office/drawing/2014/main" id="{6DCE459A-A881-450A-98D1-D75743995651}"/>
              </a:ext>
            </a:extLst>
          </p:cNvPr>
          <p:cNvSpPr>
            <a:spLocks xmlns:a="http://schemas.openxmlformats.org/drawingml/2006/main" noGrp="1"/>
          </p:cNvSpPr>
          <p:nvPr/>
        </p:nvSpPr>
        <p:spPr>
          <a:xfrm xmlns:a="http://schemas.openxmlformats.org/drawingml/2006/main">
            <a:off x="3467100" y="24955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0706B"/>
                </a:solidFill>
                <a:latin typeface="Aptos"/>
                <a:ea typeface="Aptos"/>
                <a:cs typeface="Aptos"/>
              </a:defRPr>
            </a:pPr>
            <a:r>
              <a:rPr sz="788" b="0">
                <a:solidFill>
                  <a:srgbClr val="60706B"/>
                </a:solidFill>
                <a:latin typeface="Aptos"/>
                <a:ea typeface="Aptos"/>
                <a:cs typeface="Aptos"/>
              </a:rPr>
              <a:t>222 calls before pause</a:t>
            </a:r>
          </a:p>
        </p:txBody>
      </p:sp>
      <p:sp>
        <p:nvSpPr>
          <p:cNvPr id="16" name="">
            <a:extLst xmlns:a="http://schemas.openxmlformats.org/drawingml/2006/main">
              <a:ext uri="{FF2B5EF4-FFF2-40B4-BE49-F238E27FC236}">
                <a16:creationId xmlns:a16="http://schemas.microsoft.com/office/drawing/2014/main" id="{604F790E-B812-4A66-BEA8-17F2BEF40261}"/>
              </a:ext>
            </a:extLst>
          </p:cNvPr>
          <p:cNvSpPr>
            <a:spLocks xmlns:a="http://schemas.openxmlformats.org/drawingml/2006/main" noGrp="1"/>
          </p:cNvSpPr>
          <p:nvPr/>
        </p:nvSpPr>
        <p:spPr>
          <a:xfrm xmlns:a="http://schemas.openxmlformats.org/drawingml/2006/main">
            <a:off x="5829300" y="1809750"/>
            <a:ext cx="2343150" cy="1009650"/>
          </a:xfrm>
          <a:prstGeom xmlns:a="http://schemas.openxmlformats.org/drawingml/2006/main" prst="rect">
            <a:avLst/>
          </a:prstGeom>
          <a:solidFill xmlns:a="http://schemas.openxmlformats.org/drawingml/2006/main">
            <a:srgbClr val="FFFDF7"/>
          </a:solidFill>
          <a:ln xmlns:a="http://schemas.openxmlformats.org/drawingml/2006/main" w="9525">
            <a:solidFill>
              <a:srgbClr val="D8D0C2"/>
            </a:solidFill>
            <a:prstDash val="solid"/>
          </a:ln>
        </p:spPr>
      </p:sp>
      <p:sp>
        <p:nvSpPr>
          <p:cNvPr id="17" name="">
            <a:extLst xmlns:a="http://schemas.openxmlformats.org/drawingml/2006/main">
              <a:ext uri="{FF2B5EF4-FFF2-40B4-BE49-F238E27FC236}">
                <a16:creationId xmlns:a16="http://schemas.microsoft.com/office/drawing/2014/main" id="{7F7A853A-B89F-4BB8-9B25-E7EE5BFBCB64}"/>
              </a:ext>
            </a:extLst>
          </p:cNvPr>
          <p:cNvSpPr>
            <a:spLocks xmlns:a="http://schemas.openxmlformats.org/drawingml/2006/main" noGrp="1"/>
          </p:cNvSpPr>
          <p:nvPr/>
        </p:nvSpPr>
        <p:spPr>
          <a:xfrm xmlns:a="http://schemas.openxmlformats.org/drawingml/2006/main">
            <a:off x="5829300" y="1809750"/>
            <a:ext cx="66675" cy="1009650"/>
          </a:xfrm>
          <a:prstGeom xmlns:a="http://schemas.openxmlformats.org/drawingml/2006/main" prst="rect">
            <a:avLst/>
          </a:prstGeom>
          <a:solidFill xmlns:a="http://schemas.openxmlformats.org/drawingml/2006/main">
            <a:srgbClr val="223B53"/>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38A9BA92-2C82-4DC3-ABFE-FFDEE78CDEBF}"/>
              </a:ext>
            </a:extLst>
          </p:cNvPr>
          <p:cNvSpPr>
            <a:spLocks xmlns:a="http://schemas.openxmlformats.org/drawingml/2006/main" noGrp="1"/>
          </p:cNvSpPr>
          <p:nvPr/>
        </p:nvSpPr>
        <p:spPr>
          <a:xfrm xmlns:a="http://schemas.openxmlformats.org/drawingml/2006/main">
            <a:off x="6038850" y="19431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3B53"/>
                </a:solidFill>
                <a:latin typeface="Aptos"/>
                <a:ea typeface="Aptos"/>
                <a:cs typeface="Aptos"/>
              </a:defRPr>
            </a:pPr>
            <a:r>
              <a:rPr sz="1875" b="1">
                <a:solidFill>
                  <a:srgbClr val="223B53"/>
                </a:solidFill>
                <a:latin typeface="Aptos"/>
                <a:ea typeface="Aptos"/>
                <a:cs typeface="Aptos"/>
              </a:rPr>
              <a:t>235</a:t>
            </a:r>
          </a:p>
        </p:txBody>
      </p:sp>
      <p:sp>
        <p:nvSpPr>
          <p:cNvPr id="19" name="">
            <a:extLst xmlns:a="http://schemas.openxmlformats.org/drawingml/2006/main">
              <a:ext uri="{FF2B5EF4-FFF2-40B4-BE49-F238E27FC236}">
                <a16:creationId xmlns:a16="http://schemas.microsoft.com/office/drawing/2014/main" id="{83B96E08-E14F-44C1-AC8A-58B9D5CBE43C}"/>
              </a:ext>
            </a:extLst>
          </p:cNvPr>
          <p:cNvSpPr>
            <a:spLocks xmlns:a="http://schemas.openxmlformats.org/drawingml/2006/main" noGrp="1"/>
          </p:cNvSpPr>
          <p:nvPr/>
        </p:nvSpPr>
        <p:spPr>
          <a:xfrm xmlns:a="http://schemas.openxmlformats.org/drawingml/2006/main">
            <a:off x="6038850" y="2286000"/>
            <a:ext cx="2019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2021"/>
                </a:solidFill>
                <a:latin typeface="Aptos"/>
                <a:ea typeface="Aptos"/>
                <a:cs typeface="Aptos"/>
              </a:defRPr>
            </a:pPr>
            <a:r>
              <a:rPr sz="900" b="1">
                <a:solidFill>
                  <a:srgbClr val="162021"/>
                </a:solidFill>
                <a:latin typeface="Aptos"/>
                <a:ea typeface="Aptos"/>
                <a:cs typeface="Aptos"/>
              </a:rPr>
              <a:t>Parent turns</a:t>
            </a:r>
          </a:p>
        </p:txBody>
      </p:sp>
      <p:sp>
        <p:nvSpPr>
          <p:cNvPr id="20" name="">
            <a:extLst xmlns:a="http://schemas.openxmlformats.org/drawingml/2006/main">
              <a:ext uri="{FF2B5EF4-FFF2-40B4-BE49-F238E27FC236}">
                <a16:creationId xmlns:a16="http://schemas.microsoft.com/office/drawing/2014/main" id="{B96B7B72-0A63-42AF-9B2C-D8A544194DB1}"/>
              </a:ext>
            </a:extLst>
          </p:cNvPr>
          <p:cNvSpPr>
            <a:spLocks xmlns:a="http://schemas.openxmlformats.org/drawingml/2006/main" noGrp="1"/>
          </p:cNvSpPr>
          <p:nvPr/>
        </p:nvSpPr>
        <p:spPr>
          <a:xfrm xmlns:a="http://schemas.openxmlformats.org/drawingml/2006/main">
            <a:off x="6038850" y="24955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0706B"/>
                </a:solidFill>
                <a:latin typeface="Aptos"/>
                <a:ea typeface="Aptos"/>
                <a:cs typeface="Aptos"/>
              </a:defRPr>
            </a:pPr>
            <a:r>
              <a:rPr sz="788" b="0">
                <a:solidFill>
                  <a:srgbClr val="60706B"/>
                </a:solidFill>
                <a:latin typeface="Aptos"/>
                <a:ea typeface="Aptos"/>
                <a:cs typeface="Aptos"/>
              </a:rPr>
              <a:t>14 agent sessions total in audit</a:t>
            </a:r>
          </a:p>
        </p:txBody>
      </p:sp>
      <p:sp>
        <p:nvSpPr>
          <p:cNvPr id="21" name="">
            <a:extLst xmlns:a="http://schemas.openxmlformats.org/drawingml/2006/main">
              <a:ext uri="{FF2B5EF4-FFF2-40B4-BE49-F238E27FC236}">
                <a16:creationId xmlns:a16="http://schemas.microsoft.com/office/drawing/2014/main" id="{7B51933F-E25A-466B-8396-756EF317F2AD}"/>
              </a:ext>
            </a:extLst>
          </p:cNvPr>
          <p:cNvSpPr>
            <a:spLocks xmlns:a="http://schemas.openxmlformats.org/drawingml/2006/main" noGrp="1"/>
          </p:cNvSpPr>
          <p:nvPr/>
        </p:nvSpPr>
        <p:spPr>
          <a:xfrm xmlns:a="http://schemas.openxmlformats.org/drawingml/2006/main">
            <a:off x="8401050" y="1809750"/>
            <a:ext cx="2343150" cy="1009650"/>
          </a:xfrm>
          <a:prstGeom xmlns:a="http://schemas.openxmlformats.org/drawingml/2006/main" prst="rect">
            <a:avLst/>
          </a:prstGeom>
          <a:solidFill xmlns:a="http://schemas.openxmlformats.org/drawingml/2006/main">
            <a:srgbClr val="FFFDF7"/>
          </a:solidFill>
          <a:ln xmlns:a="http://schemas.openxmlformats.org/drawingml/2006/main" w="9525">
            <a:solidFill>
              <a:srgbClr val="D8D0C2"/>
            </a:solidFill>
            <a:prstDash val="solid"/>
          </a:ln>
        </p:spPr>
      </p:sp>
      <p:sp>
        <p:nvSpPr>
          <p:cNvPr id="22" name="">
            <a:extLst xmlns:a="http://schemas.openxmlformats.org/drawingml/2006/main">
              <a:ext uri="{FF2B5EF4-FFF2-40B4-BE49-F238E27FC236}">
                <a16:creationId xmlns:a16="http://schemas.microsoft.com/office/drawing/2014/main" id="{E1813A7C-8EBC-48F8-87F4-D0406A9A5509}"/>
              </a:ext>
            </a:extLst>
          </p:cNvPr>
          <p:cNvSpPr>
            <a:spLocks xmlns:a="http://schemas.openxmlformats.org/drawingml/2006/main" noGrp="1"/>
          </p:cNvSpPr>
          <p:nvPr/>
        </p:nvSpPr>
        <p:spPr>
          <a:xfrm xmlns:a="http://schemas.openxmlformats.org/drawingml/2006/main">
            <a:off x="8401050" y="1809750"/>
            <a:ext cx="66675" cy="1009650"/>
          </a:xfrm>
          <a:prstGeom xmlns:a="http://schemas.openxmlformats.org/drawingml/2006/main" prst="rect">
            <a:avLst/>
          </a:prstGeom>
          <a:solidFill xmlns:a="http://schemas.openxmlformats.org/drawingml/2006/main">
            <a:srgbClr val="D8A437"/>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B8BA242-39B8-47F6-9FFE-267E30616932}"/>
              </a:ext>
            </a:extLst>
          </p:cNvPr>
          <p:cNvSpPr>
            <a:spLocks xmlns:a="http://schemas.openxmlformats.org/drawingml/2006/main" noGrp="1"/>
          </p:cNvSpPr>
          <p:nvPr/>
        </p:nvSpPr>
        <p:spPr>
          <a:xfrm xmlns:a="http://schemas.openxmlformats.org/drawingml/2006/main">
            <a:off x="8610600" y="1943100"/>
            <a:ext cx="20193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D8A437"/>
                </a:solidFill>
                <a:latin typeface="Aptos"/>
                <a:ea typeface="Aptos"/>
                <a:cs typeface="Aptos"/>
              </a:defRPr>
            </a:pPr>
            <a:r>
              <a:rPr sz="1875" b="1">
                <a:solidFill>
                  <a:srgbClr val="D8A437"/>
                </a:solidFill>
                <a:latin typeface="Aptos"/>
                <a:ea typeface="Aptos"/>
                <a:cs typeface="Aptos"/>
              </a:rPr>
              <a:t>$9.55</a:t>
            </a:r>
          </a:p>
        </p:txBody>
      </p:sp>
      <p:sp>
        <p:nvSpPr>
          <p:cNvPr id="24" name="">
            <a:extLst xmlns:a="http://schemas.openxmlformats.org/drawingml/2006/main">
              <a:ext uri="{FF2B5EF4-FFF2-40B4-BE49-F238E27FC236}">
                <a16:creationId xmlns:a16="http://schemas.microsoft.com/office/drawing/2014/main" id="{60D1DAA3-F296-4669-B063-75448F73BAC0}"/>
              </a:ext>
            </a:extLst>
          </p:cNvPr>
          <p:cNvSpPr>
            <a:spLocks xmlns:a="http://schemas.openxmlformats.org/drawingml/2006/main" noGrp="1"/>
          </p:cNvSpPr>
          <p:nvPr/>
        </p:nvSpPr>
        <p:spPr>
          <a:xfrm xmlns:a="http://schemas.openxmlformats.org/drawingml/2006/main">
            <a:off x="8610600" y="2286000"/>
            <a:ext cx="20193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162021"/>
                </a:solidFill>
                <a:latin typeface="Aptos"/>
                <a:ea typeface="Aptos"/>
                <a:cs typeface="Aptos"/>
              </a:defRPr>
            </a:pPr>
            <a:r>
              <a:rPr sz="900" b="1">
                <a:solidFill>
                  <a:srgbClr val="162021"/>
                </a:solidFill>
                <a:latin typeface="Aptos"/>
                <a:ea typeface="Aptos"/>
                <a:cs typeface="Aptos"/>
              </a:rPr>
              <a:t>Parent model cost</a:t>
            </a:r>
          </a:p>
        </p:txBody>
      </p:sp>
      <p:sp>
        <p:nvSpPr>
          <p:cNvPr id="25" name="">
            <a:extLst xmlns:a="http://schemas.openxmlformats.org/drawingml/2006/main">
              <a:ext uri="{FF2B5EF4-FFF2-40B4-BE49-F238E27FC236}">
                <a16:creationId xmlns:a16="http://schemas.microsoft.com/office/drawing/2014/main" id="{4365C5C3-420B-4BB5-90A3-03298E47FAA1}"/>
              </a:ext>
            </a:extLst>
          </p:cNvPr>
          <p:cNvSpPr>
            <a:spLocks xmlns:a="http://schemas.openxmlformats.org/drawingml/2006/main" noGrp="1"/>
          </p:cNvSpPr>
          <p:nvPr/>
        </p:nvSpPr>
        <p:spPr>
          <a:xfrm xmlns:a="http://schemas.openxmlformats.org/drawingml/2006/main">
            <a:off x="8610600" y="2495550"/>
            <a:ext cx="2019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60706B"/>
                </a:solidFill>
                <a:latin typeface="Aptos"/>
                <a:ea typeface="Aptos"/>
                <a:cs typeface="Aptos"/>
              </a:defRPr>
            </a:pPr>
            <a:r>
              <a:rPr sz="788" b="0">
                <a:solidFill>
                  <a:srgbClr val="60706B"/>
                </a:solidFill>
                <a:latin typeface="Aptos"/>
                <a:ea typeface="Aptos"/>
                <a:cs typeface="Aptos"/>
              </a:rPr>
              <a:t>$11.29 including child</a:t>
            </a:r>
          </a:p>
        </p:txBody>
      </p:sp>
      <p:sp>
        <p:nvSpPr>
          <p:cNvPr id="26" name="">
            <a:extLst xmlns:a="http://schemas.openxmlformats.org/drawingml/2006/main">
              <a:ext uri="{FF2B5EF4-FFF2-40B4-BE49-F238E27FC236}">
                <a16:creationId xmlns:a16="http://schemas.microsoft.com/office/drawing/2014/main" id="{2F55CA20-9306-45FA-B94A-4257C182AF68}"/>
              </a:ext>
            </a:extLst>
          </p:cNvPr>
          <p:cNvSpPr>
            <a:spLocks xmlns:a="http://schemas.openxmlformats.org/drawingml/2006/main" noGrp="1"/>
          </p:cNvSpPr>
          <p:nvPr/>
        </p:nvSpPr>
        <p:spPr>
          <a:xfrm xmlns:a="http://schemas.openxmlformats.org/drawingml/2006/main">
            <a:off x="704850" y="3333750"/>
            <a:ext cx="2476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What happened</a:t>
            </a:r>
          </a:p>
        </p:txBody>
      </p:sp>
      <p:sp>
        <p:nvSpPr>
          <p:cNvPr id="27" name="">
            <a:extLst xmlns:a="http://schemas.openxmlformats.org/drawingml/2006/main">
              <a:ext uri="{FF2B5EF4-FFF2-40B4-BE49-F238E27FC236}">
                <a16:creationId xmlns:a16="http://schemas.microsoft.com/office/drawing/2014/main" id="{6C552185-D792-4DF3-990C-63ADA90BEE0C}"/>
              </a:ext>
            </a:extLst>
          </p:cNvPr>
          <p:cNvSpPr>
            <a:spLocks xmlns:a="http://schemas.openxmlformats.org/drawingml/2006/main" noGrp="1"/>
          </p:cNvSpPr>
          <p:nvPr/>
        </p:nvSpPr>
        <p:spPr>
          <a:xfrm xmlns:a="http://schemas.openxmlformats.org/drawingml/2006/main">
            <a:off x="704850" y="3676650"/>
            <a:ext cx="4857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1"/>
                </a:solidFill>
                <a:latin typeface="Aptos"/>
                <a:ea typeface="Aptos"/>
                <a:cs typeface="Aptos"/>
              </a:defRPr>
            </a:pPr>
            <a:r>
              <a:rPr sz="1350" b="0">
                <a:solidFill>
                  <a:srgbClr val="162021"/>
                </a:solidFill>
                <a:latin typeface="Aptos"/>
                <a:ea typeface="Aptos"/>
                <a:cs typeface="Aptos"/>
              </a:rPr>
              <a:t>The parent finished useful setup, launched a child smoke run, observed valid child evidence, then attempted to launch the next child while the prior child was still unresolved. The platform rejected that transition and the agent paused for a human decision.</a:t>
            </a:r>
          </a:p>
        </p:txBody>
      </p:sp>
      <p:sp>
        <p:nvSpPr>
          <p:cNvPr id="28" name="">
            <a:extLst xmlns:a="http://schemas.openxmlformats.org/drawingml/2006/main">
              <a:ext uri="{FF2B5EF4-FFF2-40B4-BE49-F238E27FC236}">
                <a16:creationId xmlns:a16="http://schemas.microsoft.com/office/drawing/2014/main" id="{72E545F4-5D16-437C-B2FA-A13A5D2DCA74}"/>
              </a:ext>
            </a:extLst>
          </p:cNvPr>
          <p:cNvSpPr>
            <a:spLocks xmlns:a="http://schemas.openxmlformats.org/drawingml/2006/main" noGrp="1"/>
          </p:cNvSpPr>
          <p:nvPr/>
        </p:nvSpPr>
        <p:spPr>
          <a:xfrm xmlns:a="http://schemas.openxmlformats.org/drawingml/2006/main">
            <a:off x="6419850" y="3333750"/>
            <a:ext cx="2762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Why the spend spiked</a:t>
            </a:r>
          </a:p>
        </p:txBody>
      </p:sp>
      <p:sp>
        <p:nvSpPr>
          <p:cNvPr id="29" name="">
            <a:extLst xmlns:a="http://schemas.openxmlformats.org/drawingml/2006/main">
              <a:ext uri="{FF2B5EF4-FFF2-40B4-BE49-F238E27FC236}">
                <a16:creationId xmlns:a16="http://schemas.microsoft.com/office/drawing/2014/main" id="{AFF259B9-8991-49AB-B94D-7908E50D71F2}"/>
              </a:ext>
            </a:extLst>
          </p:cNvPr>
          <p:cNvSpPr>
            <a:spLocks xmlns:a="http://schemas.openxmlformats.org/drawingml/2006/main" noGrp="1"/>
          </p:cNvSpPr>
          <p:nvPr/>
        </p:nvSpPr>
        <p:spPr>
          <a:xfrm xmlns:a="http://schemas.openxmlformats.org/drawingml/2006/main">
            <a:off x="6419850" y="3676650"/>
            <a:ext cx="472440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162021"/>
                </a:solidFill>
                <a:latin typeface="Aptos"/>
                <a:ea typeface="Aptos"/>
                <a:cs typeface="Aptos"/>
              </a:defRPr>
            </a:pPr>
            <a:r>
              <a:rPr sz="1350" b="0">
                <a:solidFill>
                  <a:srgbClr val="162021"/>
                </a:solidFill>
                <a:latin typeface="Aptos"/>
                <a:ea typeface="Aptos"/>
                <a:cs typeface="Aptos"/>
              </a:rPr>
              <a:t>Every later parent pass carried a large oversight snapshot, long slice briefs, and prior evidence through a high-end model. Mechanical checklist, grading, and retry work then repeated over that enlarged context.</a:t>
            </a:r>
          </a:p>
        </p:txBody>
      </p:sp>
      <p:sp>
        <p:nvSpPr>
          <p:cNvPr id="30" name="">
            <a:extLst xmlns:a="http://schemas.openxmlformats.org/drawingml/2006/main">
              <a:ext uri="{FF2B5EF4-FFF2-40B4-BE49-F238E27FC236}">
                <a16:creationId xmlns:a16="http://schemas.microsoft.com/office/drawing/2014/main" id="{129FC406-2E05-40F5-A278-D3D636C458EC}"/>
              </a:ext>
            </a:extLst>
          </p:cNvPr>
          <p:cNvSpPr>
            <a:spLocks xmlns:a="http://schemas.openxmlformats.org/drawingml/2006/main" noGrp="1"/>
          </p:cNvSpPr>
          <p:nvPr/>
        </p:nvSpPr>
        <p:spPr>
          <a:xfrm xmlns:a="http://schemas.openxmlformats.org/drawingml/2006/main">
            <a:off x="704850" y="4857750"/>
            <a:ext cx="10382250" cy="1028700"/>
          </a:xfrm>
          <a:prstGeom xmlns:a="http://schemas.openxmlformats.org/drawingml/2006/main" prst="rect">
            <a:avLst/>
          </a:prstGeom>
          <a:solidFill xmlns:a="http://schemas.openxmlformats.org/drawingml/2006/main">
            <a:srgbClr val="14222A"/>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54EBBD48-9527-4748-83DB-63B5F6D9333F}"/>
              </a:ext>
            </a:extLst>
          </p:cNvPr>
          <p:cNvSpPr>
            <a:spLocks xmlns:a="http://schemas.openxmlformats.org/drawingml/2006/main" noGrp="1"/>
          </p:cNvSpPr>
          <p:nvPr/>
        </p:nvSpPr>
        <p:spPr>
          <a:xfrm xmlns:a="http://schemas.openxmlformats.org/drawingml/2006/main">
            <a:off x="914400" y="5029200"/>
            <a:ext cx="1428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89C8BD"/>
                </a:solidFill>
                <a:latin typeface="Aptos"/>
                <a:ea typeface="Aptos"/>
                <a:cs typeface="Aptos"/>
              </a:defRPr>
            </a:pPr>
            <a:r>
              <a:rPr sz="900" b="1">
                <a:solidFill>
                  <a:srgbClr val="89C8BD"/>
                </a:solidFill>
                <a:latin typeface="Aptos"/>
                <a:ea typeface="Aptos"/>
                <a:cs typeface="Aptos"/>
              </a:rPr>
              <a:t>Main finding</a:t>
            </a:r>
          </a:p>
        </p:txBody>
      </p:sp>
      <p:sp>
        <p:nvSpPr>
          <p:cNvPr id="32" name="">
            <a:extLst xmlns:a="http://schemas.openxmlformats.org/drawingml/2006/main">
              <a:ext uri="{FF2B5EF4-FFF2-40B4-BE49-F238E27FC236}">
                <a16:creationId xmlns:a16="http://schemas.microsoft.com/office/drawing/2014/main" id="{EE3D7DD8-767C-42D0-B830-4CF7E0B8F180}"/>
              </a:ext>
            </a:extLst>
          </p:cNvPr>
          <p:cNvSpPr>
            <a:spLocks xmlns:a="http://schemas.openxmlformats.org/drawingml/2006/main" noGrp="1"/>
          </p:cNvSpPr>
          <p:nvPr/>
        </p:nvSpPr>
        <p:spPr>
          <a:xfrm xmlns:a="http://schemas.openxmlformats.org/drawingml/2006/main">
            <a:off x="914400" y="5257800"/>
            <a:ext cx="96202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FFFFFF"/>
                </a:solidFill>
                <a:latin typeface="Aptos"/>
                <a:ea typeface="Aptos"/>
                <a:cs typeface="Aptos"/>
              </a:defRPr>
            </a:pPr>
            <a:r>
              <a:rPr sz="1425" b="1">
                <a:solidFill>
                  <a:srgbClr val="FFFFFF"/>
                </a:solidFill>
                <a:latin typeface="Aptos"/>
                <a:ea typeface="Aptos"/>
                <a:cs typeface="Aptos"/>
              </a:rPr>
              <a:t>The waste was not random: it is the predictable result of a routine that assumes parallel children, a platform that enforces sequential children, and no compact parent-state handoff between phases.</a:t>
            </a:r>
          </a:p>
        </p:txBody>
      </p:sp>
      <p:sp>
        <p:nvSpPr>
          <p:cNvPr id="33" name="">
            <a:extLst xmlns:a="http://schemas.openxmlformats.org/drawingml/2006/main">
              <a:ext uri="{FF2B5EF4-FFF2-40B4-BE49-F238E27FC236}">
                <a16:creationId xmlns:a16="http://schemas.microsoft.com/office/drawing/2014/main" id="{33A16918-3644-45A6-8C02-00CCAEB63C1E}"/>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76AF340E-67EA-4CF4-9003-CFAD3C8A748C}"/>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35" name="">
            <a:extLst xmlns:a="http://schemas.openxmlformats.org/drawingml/2006/main">
              <a:ext uri="{FF2B5EF4-FFF2-40B4-BE49-F238E27FC236}">
                <a16:creationId xmlns:a16="http://schemas.microsoft.com/office/drawing/2014/main" id="{E8D9CF4A-B6CA-48C3-8BC5-0D90241C0746}"/>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01</a:t>
            </a:r>
          </a:p>
        </p:txBody>
      </p:sp>
    </p:spTree>
    <p:extLst>
      <p:ext uri="{BB962C8B-B14F-4D97-AF65-F5344CB8AC3E}">
        <p14:creationId xmlns:p14="http://schemas.microsoft.com/office/powerpoint/2010/main" val="173858574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D408BF7-4322-4B88-8245-46C82A4AED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D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133E57A-1585-48E6-A66B-5BA7A7ED553B}"/>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TIMELINE</a:t>
            </a:r>
          </a:p>
        </p:txBody>
      </p:sp>
      <p:sp>
        <p:nvSpPr>
          <p:cNvPr id="3" name="">
            <a:extLst xmlns:a="http://schemas.openxmlformats.org/drawingml/2006/main">
              <a:ext uri="{FF2B5EF4-FFF2-40B4-BE49-F238E27FC236}">
                <a16:creationId xmlns:a16="http://schemas.microsoft.com/office/drawing/2014/main" id="{7B925065-5594-492C-9FAB-D14FE194CCAE}"/>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The run spent 34 minutes moving from useful setup to an avoidable pause</a:t>
            </a:r>
          </a:p>
        </p:txBody>
      </p:sp>
      <p:sp>
        <p:nvSpPr>
          <p:cNvPr id="4" name="">
            <a:extLst xmlns:a="http://schemas.openxmlformats.org/drawingml/2006/main">
              <a:ext uri="{FF2B5EF4-FFF2-40B4-BE49-F238E27FC236}">
                <a16:creationId xmlns:a16="http://schemas.microsoft.com/office/drawing/2014/main" id="{517582AB-73C1-4B5B-8BBB-1B48130664AC}"/>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Parent and child lanes show where useful orchestration evidence ended and where waste began.</a:t>
            </a:r>
          </a:p>
        </p:txBody>
      </p:sp>
      <p:sp>
        <p:nvSpPr>
          <p:cNvPr id="5" name="">
            <a:extLst xmlns:a="http://schemas.openxmlformats.org/drawingml/2006/main">
              <a:ext uri="{FF2B5EF4-FFF2-40B4-BE49-F238E27FC236}">
                <a16:creationId xmlns:a16="http://schemas.microsoft.com/office/drawing/2014/main" id="{00766D6A-C615-48F7-AA2A-9F82AA3405CB}"/>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6D93381-AC32-4BA7-829C-C0966276D4CC}"/>
              </a:ext>
            </a:extLst>
          </p:cNvPr>
          <p:cNvSpPr>
            <a:spLocks xmlns:a="http://schemas.openxmlformats.org/drawingml/2006/main" noGrp="1"/>
          </p:cNvSpPr>
          <p:nvPr/>
        </p:nvSpPr>
        <p:spPr>
          <a:xfrm xmlns:a="http://schemas.openxmlformats.org/drawingml/2006/main">
            <a:off x="876300" y="2819400"/>
            <a:ext cx="9810750" cy="2857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D1F27F8-3427-4E33-B83C-45E6401C72D3}"/>
              </a:ext>
            </a:extLst>
          </p:cNvPr>
          <p:cNvSpPr>
            <a:spLocks xmlns:a="http://schemas.openxmlformats.org/drawingml/2006/main" noGrp="1"/>
          </p:cNvSpPr>
          <p:nvPr/>
        </p:nvSpPr>
        <p:spPr>
          <a:xfrm xmlns:a="http://schemas.openxmlformats.org/drawingml/2006/main">
            <a:off x="876300" y="167640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6B61"/>
                </a:solidFill>
                <a:latin typeface="Aptos"/>
                <a:ea typeface="Aptos"/>
                <a:cs typeface="Aptos"/>
              </a:defRPr>
            </a:pPr>
            <a:r>
              <a:rPr sz="975" b="1">
                <a:solidFill>
                  <a:srgbClr val="0E6B61"/>
                </a:solidFill>
                <a:latin typeface="Aptos"/>
                <a:ea typeface="Aptos"/>
                <a:cs typeface="Aptos"/>
              </a:rPr>
              <a:t>Parent lane</a:t>
            </a:r>
          </a:p>
        </p:txBody>
      </p:sp>
      <p:sp>
        <p:nvSpPr>
          <p:cNvPr id="8" name="">
            <a:extLst xmlns:a="http://schemas.openxmlformats.org/drawingml/2006/main">
              <a:ext uri="{FF2B5EF4-FFF2-40B4-BE49-F238E27FC236}">
                <a16:creationId xmlns:a16="http://schemas.microsoft.com/office/drawing/2014/main" id="{6F74B343-679E-4F58-9CDA-46076E7AFE22}"/>
              </a:ext>
            </a:extLst>
          </p:cNvPr>
          <p:cNvSpPr>
            <a:spLocks xmlns:a="http://schemas.openxmlformats.org/drawingml/2006/main" noGrp="1"/>
          </p:cNvSpPr>
          <p:nvPr/>
        </p:nvSpPr>
        <p:spPr>
          <a:xfrm xmlns:a="http://schemas.openxmlformats.org/drawingml/2006/main">
            <a:off x="876300" y="3524250"/>
            <a:ext cx="1143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B95F32"/>
                </a:solidFill>
                <a:latin typeface="Aptos"/>
                <a:ea typeface="Aptos"/>
                <a:cs typeface="Aptos"/>
              </a:defRPr>
            </a:pPr>
            <a:r>
              <a:rPr sz="975" b="1">
                <a:solidFill>
                  <a:srgbClr val="B95F32"/>
                </a:solidFill>
                <a:latin typeface="Aptos"/>
                <a:ea typeface="Aptos"/>
                <a:cs typeface="Aptos"/>
              </a:rPr>
              <a:t>Child lane</a:t>
            </a:r>
          </a:p>
        </p:txBody>
      </p:sp>
      <p:sp>
        <p:nvSpPr>
          <p:cNvPr id="9" name="">
            <a:extLst xmlns:a="http://schemas.openxmlformats.org/drawingml/2006/main">
              <a:ext uri="{FF2B5EF4-FFF2-40B4-BE49-F238E27FC236}">
                <a16:creationId xmlns:a16="http://schemas.microsoft.com/office/drawing/2014/main" id="{B0484708-CCE1-40E5-9EDE-1DB23E0C0AD4}"/>
              </a:ext>
            </a:extLst>
          </p:cNvPr>
          <p:cNvSpPr>
            <a:spLocks xmlns:a="http://schemas.openxmlformats.org/drawingml/2006/main" noGrp="1"/>
          </p:cNvSpPr>
          <p:nvPr/>
        </p:nvSpPr>
        <p:spPr>
          <a:xfrm xmlns:a="http://schemas.openxmlformats.org/drawingml/2006/main">
            <a:off x="876300" y="4343400"/>
            <a:ext cx="9810750" cy="2857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2F631C8-D109-4EDC-B9F8-3D3CFC006E76}"/>
              </a:ext>
            </a:extLst>
          </p:cNvPr>
          <p:cNvSpPr>
            <a:spLocks xmlns:a="http://schemas.openxmlformats.org/drawingml/2006/main" noGrp="1"/>
          </p:cNvSpPr>
          <p:nvPr/>
        </p:nvSpPr>
        <p:spPr>
          <a:xfrm xmlns:a="http://schemas.openxmlformats.org/drawingml/2006/main">
            <a:off x="1005840" y="2705100"/>
            <a:ext cx="133350" cy="133350"/>
          </a:xfrm>
          <a:prstGeom xmlns:a="http://schemas.openxmlformats.org/drawingml/2006/main" prst="rect">
            <a:avLst/>
          </a:prstGeom>
          <a:solidFill xmlns:a="http://schemas.openxmlformats.org/drawingml/2006/main">
            <a:srgbClr val="0E6B61"/>
          </a:solidFill>
          <a:ln xmlns:a="http://schemas.openxmlformats.org/drawingml/2006/main" w="19050">
            <a:solidFill>
              <a:srgbClr val="FFFFFF"/>
            </a:solidFill>
            <a:prstDash val="solid"/>
          </a:ln>
        </p:spPr>
      </p:sp>
      <p:sp>
        <p:nvSpPr>
          <p:cNvPr id="11" name="">
            <a:extLst xmlns:a="http://schemas.openxmlformats.org/drawingml/2006/main">
              <a:ext uri="{FF2B5EF4-FFF2-40B4-BE49-F238E27FC236}">
                <a16:creationId xmlns:a16="http://schemas.microsoft.com/office/drawing/2014/main" id="{26B77905-1579-43E5-905F-FF91FFDF8B2F}"/>
              </a:ext>
            </a:extLst>
          </p:cNvPr>
          <p:cNvSpPr>
            <a:spLocks xmlns:a="http://schemas.openxmlformats.org/drawingml/2006/main" noGrp="1"/>
          </p:cNvSpPr>
          <p:nvPr/>
        </p:nvSpPr>
        <p:spPr>
          <a:xfrm xmlns:a="http://schemas.openxmlformats.org/drawingml/2006/main">
            <a:off x="805815" y="24193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01:42-01:43</a:t>
            </a:r>
          </a:p>
        </p:txBody>
      </p:sp>
      <p:sp>
        <p:nvSpPr>
          <p:cNvPr id="12" name="">
            <a:extLst xmlns:a="http://schemas.openxmlformats.org/drawingml/2006/main">
              <a:ext uri="{FF2B5EF4-FFF2-40B4-BE49-F238E27FC236}">
                <a16:creationId xmlns:a16="http://schemas.microsoft.com/office/drawing/2014/main" id="{3F7CC945-3BB4-4DBF-81B0-B5A840D1575C}"/>
              </a:ext>
            </a:extLst>
          </p:cNvPr>
          <p:cNvSpPr>
            <a:spLocks xmlns:a="http://schemas.openxmlformats.org/drawingml/2006/main" noGrp="1"/>
          </p:cNvSpPr>
          <p:nvPr/>
        </p:nvSpPr>
        <p:spPr>
          <a:xfrm xmlns:a="http://schemas.openxmlformats.org/drawingml/2006/main">
            <a:off x="405765" y="28956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Parent starts + inventory</a:t>
            </a:r>
          </a:p>
        </p:txBody>
      </p:sp>
      <p:sp>
        <p:nvSpPr>
          <p:cNvPr id="13" name="">
            <a:extLst xmlns:a="http://schemas.openxmlformats.org/drawingml/2006/main">
              <a:ext uri="{FF2B5EF4-FFF2-40B4-BE49-F238E27FC236}">
                <a16:creationId xmlns:a16="http://schemas.microsoft.com/office/drawing/2014/main" id="{E36B4541-E68A-4B0F-A63B-74908941F496}"/>
              </a:ext>
            </a:extLst>
          </p:cNvPr>
          <p:cNvSpPr>
            <a:spLocks xmlns:a="http://schemas.openxmlformats.org/drawingml/2006/main" noGrp="1"/>
          </p:cNvSpPr>
          <p:nvPr/>
        </p:nvSpPr>
        <p:spPr>
          <a:xfrm xmlns:a="http://schemas.openxmlformats.org/drawingml/2006/main">
            <a:off x="4341495" y="3695700"/>
            <a:ext cx="133350" cy="133350"/>
          </a:xfrm>
          <a:prstGeom xmlns:a="http://schemas.openxmlformats.org/drawingml/2006/main" prst="rect">
            <a:avLst/>
          </a:prstGeom>
          <a:solidFill xmlns:a="http://schemas.openxmlformats.org/drawingml/2006/main">
            <a:srgbClr val="D8A437"/>
          </a:solidFill>
          <a:ln xmlns:a="http://schemas.openxmlformats.org/drawingml/2006/main" w="19050">
            <a:solidFill>
              <a:srgbClr val="FFFFFF"/>
            </a:solidFill>
            <a:prstDash val="solid"/>
          </a:ln>
        </p:spPr>
      </p:sp>
      <p:sp>
        <p:nvSpPr>
          <p:cNvPr id="14" name="">
            <a:extLst xmlns:a="http://schemas.openxmlformats.org/drawingml/2006/main">
              <a:ext uri="{FF2B5EF4-FFF2-40B4-BE49-F238E27FC236}">
                <a16:creationId xmlns:a16="http://schemas.microsoft.com/office/drawing/2014/main" id="{9BF1338C-8C93-4708-9670-F5D235290C36}"/>
              </a:ext>
            </a:extLst>
          </p:cNvPr>
          <p:cNvSpPr>
            <a:spLocks xmlns:a="http://schemas.openxmlformats.org/drawingml/2006/main" noGrp="1"/>
          </p:cNvSpPr>
          <p:nvPr/>
        </p:nvSpPr>
        <p:spPr>
          <a:xfrm xmlns:a="http://schemas.openxmlformats.org/drawingml/2006/main">
            <a:off x="4141470" y="34099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01:55</a:t>
            </a:r>
          </a:p>
        </p:txBody>
      </p:sp>
      <p:sp>
        <p:nvSpPr>
          <p:cNvPr id="15" name="">
            <a:extLst xmlns:a="http://schemas.openxmlformats.org/drawingml/2006/main">
              <a:ext uri="{FF2B5EF4-FFF2-40B4-BE49-F238E27FC236}">
                <a16:creationId xmlns:a16="http://schemas.microsoft.com/office/drawing/2014/main" id="{71924B94-03A6-4842-86E3-1ABEC5598351}"/>
              </a:ext>
            </a:extLst>
          </p:cNvPr>
          <p:cNvSpPr>
            <a:spLocks xmlns:a="http://schemas.openxmlformats.org/drawingml/2006/main" noGrp="1"/>
          </p:cNvSpPr>
          <p:nvPr/>
        </p:nvSpPr>
        <p:spPr>
          <a:xfrm xmlns:a="http://schemas.openxmlformats.org/drawingml/2006/main">
            <a:off x="3741420" y="38862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Child created</a:t>
            </a:r>
          </a:p>
        </p:txBody>
      </p:sp>
      <p:sp>
        <p:nvSpPr>
          <p:cNvPr id="16" name="">
            <a:extLst xmlns:a="http://schemas.openxmlformats.org/drawingml/2006/main">
              <a:ext uri="{FF2B5EF4-FFF2-40B4-BE49-F238E27FC236}">
                <a16:creationId xmlns:a16="http://schemas.microsoft.com/office/drawing/2014/main" id="{5DAB220A-5B33-41BE-B29E-DA88538352B1}"/>
              </a:ext>
            </a:extLst>
          </p:cNvPr>
          <p:cNvSpPr>
            <a:spLocks xmlns:a="http://schemas.openxmlformats.org/drawingml/2006/main" noGrp="1"/>
          </p:cNvSpPr>
          <p:nvPr/>
        </p:nvSpPr>
        <p:spPr>
          <a:xfrm xmlns:a="http://schemas.openxmlformats.org/drawingml/2006/main">
            <a:off x="4733925" y="2705100"/>
            <a:ext cx="133350" cy="133350"/>
          </a:xfrm>
          <a:prstGeom xmlns:a="http://schemas.openxmlformats.org/drawingml/2006/main" prst="rect">
            <a:avLst/>
          </a:prstGeom>
          <a:solidFill xmlns:a="http://schemas.openxmlformats.org/drawingml/2006/main">
            <a:srgbClr val="0E6B61"/>
          </a:solidFill>
          <a:ln xmlns:a="http://schemas.openxmlformats.org/drawingml/2006/main" w="19050">
            <a:solidFill>
              <a:srgbClr val="FFFFFF"/>
            </a:solidFill>
            <a:prstDash val="solid"/>
          </a:ln>
        </p:spPr>
      </p:sp>
      <p:sp>
        <p:nvSpPr>
          <p:cNvPr id="17" name="">
            <a:extLst xmlns:a="http://schemas.openxmlformats.org/drawingml/2006/main">
              <a:ext uri="{FF2B5EF4-FFF2-40B4-BE49-F238E27FC236}">
                <a16:creationId xmlns:a16="http://schemas.microsoft.com/office/drawing/2014/main" id="{37EAB75F-F90F-4B6D-A8AF-0C0FC3E11D29}"/>
              </a:ext>
            </a:extLst>
          </p:cNvPr>
          <p:cNvSpPr>
            <a:spLocks xmlns:a="http://schemas.openxmlformats.org/drawingml/2006/main" noGrp="1"/>
          </p:cNvSpPr>
          <p:nvPr/>
        </p:nvSpPr>
        <p:spPr>
          <a:xfrm xmlns:a="http://schemas.openxmlformats.org/drawingml/2006/main">
            <a:off x="4533900" y="24193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01:56</a:t>
            </a:r>
          </a:p>
        </p:txBody>
      </p:sp>
      <p:sp>
        <p:nvSpPr>
          <p:cNvPr id="18" name="">
            <a:extLst xmlns:a="http://schemas.openxmlformats.org/drawingml/2006/main">
              <a:ext uri="{FF2B5EF4-FFF2-40B4-BE49-F238E27FC236}">
                <a16:creationId xmlns:a16="http://schemas.microsoft.com/office/drawing/2014/main" id="{FF340A60-5724-4A87-ABE9-A03FF3F88A51}"/>
              </a:ext>
            </a:extLst>
          </p:cNvPr>
          <p:cNvSpPr>
            <a:spLocks xmlns:a="http://schemas.openxmlformats.org/drawingml/2006/main" noGrp="1"/>
          </p:cNvSpPr>
          <p:nvPr/>
        </p:nvSpPr>
        <p:spPr>
          <a:xfrm xmlns:a="http://schemas.openxmlformats.org/drawingml/2006/main">
            <a:off x="4133850" y="28956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Parent submits create step</a:t>
            </a:r>
          </a:p>
        </p:txBody>
      </p:sp>
      <p:sp>
        <p:nvSpPr>
          <p:cNvPr id="19" name="">
            <a:extLst xmlns:a="http://schemas.openxmlformats.org/drawingml/2006/main">
              <a:ext uri="{FF2B5EF4-FFF2-40B4-BE49-F238E27FC236}">
                <a16:creationId xmlns:a16="http://schemas.microsoft.com/office/drawing/2014/main" id="{1B6D6089-3EB2-4E28-ACAC-FA537C434A1D}"/>
              </a:ext>
            </a:extLst>
          </p:cNvPr>
          <p:cNvSpPr>
            <a:spLocks xmlns:a="http://schemas.openxmlformats.org/drawingml/2006/main" noGrp="1"/>
          </p:cNvSpPr>
          <p:nvPr/>
        </p:nvSpPr>
        <p:spPr>
          <a:xfrm xmlns:a="http://schemas.openxmlformats.org/drawingml/2006/main">
            <a:off x="6597967" y="3695700"/>
            <a:ext cx="133350" cy="133350"/>
          </a:xfrm>
          <a:prstGeom xmlns:a="http://schemas.openxmlformats.org/drawingml/2006/main" prst="rect">
            <a:avLst/>
          </a:prstGeom>
          <a:solidFill xmlns:a="http://schemas.openxmlformats.org/drawingml/2006/main">
            <a:srgbClr val="D8A437"/>
          </a:solidFill>
          <a:ln xmlns:a="http://schemas.openxmlformats.org/drawingml/2006/main" w="19050">
            <a:solidFill>
              <a:srgbClr val="FFFFFF"/>
            </a:solidFill>
            <a:prstDash val="solid"/>
          </a:ln>
        </p:spPr>
      </p:sp>
      <p:sp>
        <p:nvSpPr>
          <p:cNvPr id="20" name="">
            <a:extLst xmlns:a="http://schemas.openxmlformats.org/drawingml/2006/main">
              <a:ext uri="{FF2B5EF4-FFF2-40B4-BE49-F238E27FC236}">
                <a16:creationId xmlns:a16="http://schemas.microsoft.com/office/drawing/2014/main" id="{CBF987FC-BEEB-41F6-9176-306D787D0620}"/>
              </a:ext>
            </a:extLst>
          </p:cNvPr>
          <p:cNvSpPr>
            <a:spLocks xmlns:a="http://schemas.openxmlformats.org/drawingml/2006/main" noGrp="1"/>
          </p:cNvSpPr>
          <p:nvPr/>
        </p:nvSpPr>
        <p:spPr>
          <a:xfrm xmlns:a="http://schemas.openxmlformats.org/drawingml/2006/main">
            <a:off x="6397942" y="34099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02:02</a:t>
            </a:r>
          </a:p>
        </p:txBody>
      </p:sp>
      <p:sp>
        <p:nvSpPr>
          <p:cNvPr id="21" name="">
            <a:extLst xmlns:a="http://schemas.openxmlformats.org/drawingml/2006/main">
              <a:ext uri="{FF2B5EF4-FFF2-40B4-BE49-F238E27FC236}">
                <a16:creationId xmlns:a16="http://schemas.microsoft.com/office/drawing/2014/main" id="{E88A8DA3-130A-4EED-B3A7-240C8EE5CEAB}"/>
              </a:ext>
            </a:extLst>
          </p:cNvPr>
          <p:cNvSpPr>
            <a:spLocks xmlns:a="http://schemas.openxmlformats.org/drawingml/2006/main" noGrp="1"/>
          </p:cNvSpPr>
          <p:nvPr/>
        </p:nvSpPr>
        <p:spPr>
          <a:xfrm xmlns:a="http://schemas.openxmlformats.org/drawingml/2006/main">
            <a:off x="5997892" y="38862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Evidence observed; child not terminal</a:t>
            </a:r>
          </a:p>
        </p:txBody>
      </p:sp>
      <p:sp>
        <p:nvSpPr>
          <p:cNvPr id="22" name="">
            <a:extLst xmlns:a="http://schemas.openxmlformats.org/drawingml/2006/main">
              <a:ext uri="{FF2B5EF4-FFF2-40B4-BE49-F238E27FC236}">
                <a16:creationId xmlns:a16="http://schemas.microsoft.com/office/drawing/2014/main" id="{AE9B03C8-A294-4303-8CB8-2A141EFA63E6}"/>
              </a:ext>
            </a:extLst>
          </p:cNvPr>
          <p:cNvSpPr>
            <a:spLocks xmlns:a="http://schemas.openxmlformats.org/drawingml/2006/main" noGrp="1"/>
          </p:cNvSpPr>
          <p:nvPr/>
        </p:nvSpPr>
        <p:spPr>
          <a:xfrm xmlns:a="http://schemas.openxmlformats.org/drawingml/2006/main">
            <a:off x="7677150" y="2705100"/>
            <a:ext cx="133350" cy="133350"/>
          </a:xfrm>
          <a:prstGeom xmlns:a="http://schemas.openxmlformats.org/drawingml/2006/main" prst="rect">
            <a:avLst/>
          </a:prstGeom>
          <a:solidFill xmlns:a="http://schemas.openxmlformats.org/drawingml/2006/main">
            <a:srgbClr val="0E6B61"/>
          </a:solidFill>
          <a:ln xmlns:a="http://schemas.openxmlformats.org/drawingml/2006/main" w="19050">
            <a:solidFill>
              <a:srgbClr val="FFFFFF"/>
            </a:solidFill>
            <a:prstDash val="solid"/>
          </a:ln>
        </p:spPr>
      </p:sp>
      <p:sp>
        <p:nvSpPr>
          <p:cNvPr id="23" name="">
            <a:extLst xmlns:a="http://schemas.openxmlformats.org/drawingml/2006/main">
              <a:ext uri="{FF2B5EF4-FFF2-40B4-BE49-F238E27FC236}">
                <a16:creationId xmlns:a16="http://schemas.microsoft.com/office/drawing/2014/main" id="{866A8DFE-FD6A-42C6-BFE2-E74EFA013E69}"/>
              </a:ext>
            </a:extLst>
          </p:cNvPr>
          <p:cNvSpPr>
            <a:spLocks xmlns:a="http://schemas.openxmlformats.org/drawingml/2006/main" noGrp="1"/>
          </p:cNvSpPr>
          <p:nvPr/>
        </p:nvSpPr>
        <p:spPr>
          <a:xfrm xmlns:a="http://schemas.openxmlformats.org/drawingml/2006/main">
            <a:off x="7477125" y="24193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02:06</a:t>
            </a:r>
          </a:p>
        </p:txBody>
      </p:sp>
      <p:sp>
        <p:nvSpPr>
          <p:cNvPr id="24" name="">
            <a:extLst xmlns:a="http://schemas.openxmlformats.org/drawingml/2006/main">
              <a:ext uri="{FF2B5EF4-FFF2-40B4-BE49-F238E27FC236}">
                <a16:creationId xmlns:a16="http://schemas.microsoft.com/office/drawing/2014/main" id="{470B0C40-5F67-4EC2-96EE-C37AC20EE70B}"/>
              </a:ext>
            </a:extLst>
          </p:cNvPr>
          <p:cNvSpPr>
            <a:spLocks xmlns:a="http://schemas.openxmlformats.org/drawingml/2006/main" noGrp="1"/>
          </p:cNvSpPr>
          <p:nvPr/>
        </p:nvSpPr>
        <p:spPr>
          <a:xfrm xmlns:a="http://schemas.openxmlformats.org/drawingml/2006/main">
            <a:off x="7077075" y="28956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No-op merge integration</a:t>
            </a:r>
          </a:p>
        </p:txBody>
      </p:sp>
      <p:sp>
        <p:nvSpPr>
          <p:cNvPr id="25" name="">
            <a:extLst xmlns:a="http://schemas.openxmlformats.org/drawingml/2006/main">
              <a:ext uri="{FF2B5EF4-FFF2-40B4-BE49-F238E27FC236}">
                <a16:creationId xmlns:a16="http://schemas.microsoft.com/office/drawing/2014/main" id="{424F055A-3AF1-4420-A220-B1F96F72D97C}"/>
              </a:ext>
            </a:extLst>
          </p:cNvPr>
          <p:cNvSpPr>
            <a:spLocks xmlns:a="http://schemas.openxmlformats.org/drawingml/2006/main" noGrp="1"/>
          </p:cNvSpPr>
          <p:nvPr/>
        </p:nvSpPr>
        <p:spPr>
          <a:xfrm xmlns:a="http://schemas.openxmlformats.org/drawingml/2006/main">
            <a:off x="9148763" y="2705100"/>
            <a:ext cx="133350" cy="133350"/>
          </a:xfrm>
          <a:prstGeom xmlns:a="http://schemas.openxmlformats.org/drawingml/2006/main" prst="rect">
            <a:avLst/>
          </a:prstGeom>
          <a:solidFill xmlns:a="http://schemas.openxmlformats.org/drawingml/2006/main">
            <a:srgbClr val="0E6B61"/>
          </a:solidFill>
          <a:ln xmlns:a="http://schemas.openxmlformats.org/drawingml/2006/main" w="19050">
            <a:solidFill>
              <a:srgbClr val="FFFFFF"/>
            </a:solidFill>
            <a:prstDash val="solid"/>
          </a:ln>
        </p:spPr>
      </p:sp>
      <p:sp>
        <p:nvSpPr>
          <p:cNvPr id="26" name="">
            <a:extLst xmlns:a="http://schemas.openxmlformats.org/drawingml/2006/main">
              <a:ext uri="{FF2B5EF4-FFF2-40B4-BE49-F238E27FC236}">
                <a16:creationId xmlns:a16="http://schemas.microsoft.com/office/drawing/2014/main" id="{A5EF1C1D-B75B-475C-9F4E-69564C677D45}"/>
              </a:ext>
            </a:extLst>
          </p:cNvPr>
          <p:cNvSpPr>
            <a:spLocks xmlns:a="http://schemas.openxmlformats.org/drawingml/2006/main" noGrp="1"/>
          </p:cNvSpPr>
          <p:nvPr/>
        </p:nvSpPr>
        <p:spPr>
          <a:xfrm xmlns:a="http://schemas.openxmlformats.org/drawingml/2006/main">
            <a:off x="8948738" y="24193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02:11</a:t>
            </a:r>
          </a:p>
        </p:txBody>
      </p:sp>
      <p:sp>
        <p:nvSpPr>
          <p:cNvPr id="27" name="">
            <a:extLst xmlns:a="http://schemas.openxmlformats.org/drawingml/2006/main">
              <a:ext uri="{FF2B5EF4-FFF2-40B4-BE49-F238E27FC236}">
                <a16:creationId xmlns:a16="http://schemas.microsoft.com/office/drawing/2014/main" id="{B0F37E63-6534-427B-8C24-C5CE17489240}"/>
              </a:ext>
            </a:extLst>
          </p:cNvPr>
          <p:cNvSpPr>
            <a:spLocks xmlns:a="http://schemas.openxmlformats.org/drawingml/2006/main" noGrp="1"/>
          </p:cNvSpPr>
          <p:nvPr/>
        </p:nvSpPr>
        <p:spPr>
          <a:xfrm xmlns:a="http://schemas.openxmlformats.org/drawingml/2006/main">
            <a:off x="8548688" y="28956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INV-R-002 brief selected</a:t>
            </a:r>
          </a:p>
        </p:txBody>
      </p:sp>
      <p:sp>
        <p:nvSpPr>
          <p:cNvPr id="28" name="">
            <a:extLst xmlns:a="http://schemas.openxmlformats.org/drawingml/2006/main">
              <a:ext uri="{FF2B5EF4-FFF2-40B4-BE49-F238E27FC236}">
                <a16:creationId xmlns:a16="http://schemas.microsoft.com/office/drawing/2014/main" id="{1C139E24-A212-4E64-898A-A92335F4B782}"/>
              </a:ext>
            </a:extLst>
          </p:cNvPr>
          <p:cNvSpPr>
            <a:spLocks xmlns:a="http://schemas.openxmlformats.org/drawingml/2006/main" noGrp="1"/>
          </p:cNvSpPr>
          <p:nvPr/>
        </p:nvSpPr>
        <p:spPr>
          <a:xfrm xmlns:a="http://schemas.openxmlformats.org/drawingml/2006/main">
            <a:off x="10620375" y="2705100"/>
            <a:ext cx="133350" cy="133350"/>
          </a:xfrm>
          <a:prstGeom xmlns:a="http://schemas.openxmlformats.org/drawingml/2006/main" prst="rect">
            <a:avLst/>
          </a:prstGeom>
          <a:solidFill xmlns:a="http://schemas.openxmlformats.org/drawingml/2006/main">
            <a:srgbClr val="0E6B61"/>
          </a:solidFill>
          <a:ln xmlns:a="http://schemas.openxmlformats.org/drawingml/2006/main" w="19050">
            <a:solidFill>
              <a:srgbClr val="FFFFFF"/>
            </a:solidFill>
            <a:prstDash val="solid"/>
          </a:ln>
        </p:spPr>
      </p:sp>
      <p:sp>
        <p:nvSpPr>
          <p:cNvPr id="29" name="">
            <a:extLst xmlns:a="http://schemas.openxmlformats.org/drawingml/2006/main">
              <a:ext uri="{FF2B5EF4-FFF2-40B4-BE49-F238E27FC236}">
                <a16:creationId xmlns:a16="http://schemas.microsoft.com/office/drawing/2014/main" id="{C5B2F8D0-4815-42E1-ACA8-EDE26291A1C9}"/>
              </a:ext>
            </a:extLst>
          </p:cNvPr>
          <p:cNvSpPr>
            <a:spLocks xmlns:a="http://schemas.openxmlformats.org/drawingml/2006/main" noGrp="1"/>
          </p:cNvSpPr>
          <p:nvPr/>
        </p:nvSpPr>
        <p:spPr>
          <a:xfrm xmlns:a="http://schemas.openxmlformats.org/drawingml/2006/main">
            <a:off x="10420350" y="2419350"/>
            <a:ext cx="53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1">
                <a:solidFill>
                  <a:srgbClr val="60706B"/>
                </a:solidFill>
                <a:latin typeface="Aptos"/>
                <a:ea typeface="Aptos"/>
                <a:cs typeface="Aptos"/>
              </a:defRPr>
            </a:pPr>
            <a:r>
              <a:rPr sz="788" b="1">
                <a:solidFill>
                  <a:srgbClr val="60706B"/>
                </a:solidFill>
                <a:latin typeface="Aptos"/>
                <a:ea typeface="Aptos"/>
                <a:cs typeface="Aptos"/>
              </a:rPr>
              <a:t>02:16</a:t>
            </a:r>
          </a:p>
        </p:txBody>
      </p:sp>
      <p:sp>
        <p:nvSpPr>
          <p:cNvPr id="30" name="">
            <a:extLst xmlns:a="http://schemas.openxmlformats.org/drawingml/2006/main">
              <a:ext uri="{FF2B5EF4-FFF2-40B4-BE49-F238E27FC236}">
                <a16:creationId xmlns:a16="http://schemas.microsoft.com/office/drawing/2014/main" id="{0F6C7306-D17A-4209-90AD-1043DA7D5707}"/>
              </a:ext>
            </a:extLst>
          </p:cNvPr>
          <p:cNvSpPr>
            <a:spLocks xmlns:a="http://schemas.openxmlformats.org/drawingml/2006/main" noGrp="1"/>
          </p:cNvSpPr>
          <p:nvPr/>
        </p:nvSpPr>
        <p:spPr>
          <a:xfrm xmlns:a="http://schemas.openxmlformats.org/drawingml/2006/main">
            <a:off x="10020300" y="2895600"/>
            <a:ext cx="1333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162021"/>
                </a:solidFill>
                <a:latin typeface="Aptos"/>
                <a:ea typeface="Aptos"/>
                <a:cs typeface="Aptos"/>
              </a:defRPr>
            </a:pPr>
            <a:r>
              <a:rPr sz="788" b="0">
                <a:solidFill>
                  <a:srgbClr val="162021"/>
                </a:solidFill>
                <a:latin typeface="Aptos"/>
                <a:ea typeface="Aptos"/>
                <a:cs typeface="Aptos"/>
              </a:rPr>
              <a:t>Second-child conflict; pause</a:t>
            </a:r>
          </a:p>
        </p:txBody>
      </p:sp>
      <p:sp>
        <p:nvSpPr>
          <p:cNvPr id="31" name="">
            <a:extLst xmlns:a="http://schemas.openxmlformats.org/drawingml/2006/main">
              <a:ext uri="{FF2B5EF4-FFF2-40B4-BE49-F238E27FC236}">
                <a16:creationId xmlns:a16="http://schemas.microsoft.com/office/drawing/2014/main" id="{C9B550A8-E9E2-4FE9-BFA8-76669AFB344B}"/>
              </a:ext>
            </a:extLst>
          </p:cNvPr>
          <p:cNvSpPr>
            <a:spLocks xmlns:a="http://schemas.openxmlformats.org/drawingml/2006/main" noGrp="1"/>
          </p:cNvSpPr>
          <p:nvPr/>
        </p:nvSpPr>
        <p:spPr>
          <a:xfrm xmlns:a="http://schemas.openxmlformats.org/drawingml/2006/main">
            <a:off x="895350" y="4629150"/>
            <a:ext cx="4762500" cy="876300"/>
          </a:xfrm>
          <a:prstGeom xmlns:a="http://schemas.openxmlformats.org/drawingml/2006/main" prst="rect">
            <a:avLst/>
          </a:prstGeom>
          <a:solidFill xmlns:a="http://schemas.openxmlformats.org/drawingml/2006/main">
            <a:srgbClr val="F5EFE5"/>
          </a:solidFill>
          <a:ln xmlns:a="http://schemas.openxmlformats.org/drawingml/2006/main" w="9525">
            <a:solidFill>
              <a:srgbClr val="D8D0C2"/>
            </a:solidFill>
            <a:prstDash val="solid"/>
          </a:ln>
        </p:spPr>
      </p:sp>
      <p:sp>
        <p:nvSpPr>
          <p:cNvPr id="32" name="">
            <a:extLst xmlns:a="http://schemas.openxmlformats.org/drawingml/2006/main">
              <a:ext uri="{FF2B5EF4-FFF2-40B4-BE49-F238E27FC236}">
                <a16:creationId xmlns:a16="http://schemas.microsoft.com/office/drawing/2014/main" id="{390C74B5-85F9-41BB-B660-AAF648DB7C24}"/>
              </a:ext>
            </a:extLst>
          </p:cNvPr>
          <p:cNvSpPr>
            <a:spLocks xmlns:a="http://schemas.openxmlformats.org/drawingml/2006/main" noGrp="1"/>
          </p:cNvSpPr>
          <p:nvPr/>
        </p:nvSpPr>
        <p:spPr>
          <a:xfrm xmlns:a="http://schemas.openxmlformats.org/drawingml/2006/main">
            <a:off x="1104900" y="48196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2C8A5A"/>
                </a:solidFill>
                <a:latin typeface="Aptos"/>
                <a:ea typeface="Aptos"/>
                <a:cs typeface="Aptos"/>
              </a:defRPr>
            </a:pPr>
            <a:r>
              <a:rPr sz="1200" b="1">
                <a:solidFill>
                  <a:srgbClr val="2C8A5A"/>
                </a:solidFill>
                <a:latin typeface="Aptos"/>
                <a:ea typeface="Aptos"/>
                <a:cs typeface="Aptos"/>
              </a:rPr>
              <a:t>Useful evidence produced</a:t>
            </a:r>
          </a:p>
        </p:txBody>
      </p:sp>
      <p:sp>
        <p:nvSpPr>
          <p:cNvPr id="33" name="">
            <a:extLst xmlns:a="http://schemas.openxmlformats.org/drawingml/2006/main">
              <a:ext uri="{FF2B5EF4-FFF2-40B4-BE49-F238E27FC236}">
                <a16:creationId xmlns:a16="http://schemas.microsoft.com/office/drawing/2014/main" id="{B566DE84-44F2-43B6-AE40-702428CF7866}"/>
              </a:ext>
            </a:extLst>
          </p:cNvPr>
          <p:cNvSpPr>
            <a:spLocks xmlns:a="http://schemas.openxmlformats.org/drawingml/2006/main" noGrp="1"/>
          </p:cNvSpPr>
          <p:nvPr/>
        </p:nvSpPr>
        <p:spPr>
          <a:xfrm xmlns:a="http://schemas.openxmlformats.org/drawingml/2006/main">
            <a:off x="1104900" y="510540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62021"/>
                </a:solidFill>
                <a:latin typeface="Aptos"/>
                <a:ea typeface="Aptos"/>
                <a:cs typeface="Aptos"/>
              </a:defRPr>
            </a:pPr>
            <a:r>
              <a:rPr sz="1050" b="0">
                <a:solidFill>
                  <a:srgbClr val="162021"/>
                </a:solidFill>
                <a:latin typeface="Aptos"/>
                <a:ea typeface="Aptos"/>
                <a:cs typeface="Aptos"/>
              </a:rPr>
              <a:t>Child creation, auto-start enqueue, and schema-valid run.evidence.v1 publication were all observed.</a:t>
            </a:r>
          </a:p>
        </p:txBody>
      </p:sp>
      <p:sp>
        <p:nvSpPr>
          <p:cNvPr id="34" name="">
            <a:extLst xmlns:a="http://schemas.openxmlformats.org/drawingml/2006/main">
              <a:ext uri="{FF2B5EF4-FFF2-40B4-BE49-F238E27FC236}">
                <a16:creationId xmlns:a16="http://schemas.microsoft.com/office/drawing/2014/main" id="{07A23D01-8B21-46D8-AF69-FF96A197735D}"/>
              </a:ext>
            </a:extLst>
          </p:cNvPr>
          <p:cNvSpPr>
            <a:spLocks xmlns:a="http://schemas.openxmlformats.org/drawingml/2006/main" noGrp="1"/>
          </p:cNvSpPr>
          <p:nvPr/>
        </p:nvSpPr>
        <p:spPr>
          <a:xfrm xmlns:a="http://schemas.openxmlformats.org/drawingml/2006/main">
            <a:off x="6515100" y="4629150"/>
            <a:ext cx="4762500" cy="876300"/>
          </a:xfrm>
          <a:prstGeom xmlns:a="http://schemas.openxmlformats.org/drawingml/2006/main" prst="rect">
            <a:avLst/>
          </a:prstGeom>
          <a:solidFill xmlns:a="http://schemas.openxmlformats.org/drawingml/2006/main">
            <a:srgbClr val="F5EFE5"/>
          </a:solidFill>
          <a:ln xmlns:a="http://schemas.openxmlformats.org/drawingml/2006/main" w="9525">
            <a:solidFill>
              <a:srgbClr val="D8D0C2"/>
            </a:solidFill>
            <a:prstDash val="solid"/>
          </a:ln>
        </p:spPr>
      </p:sp>
      <p:sp>
        <p:nvSpPr>
          <p:cNvPr id="35" name="">
            <a:extLst xmlns:a="http://schemas.openxmlformats.org/drawingml/2006/main">
              <a:ext uri="{FF2B5EF4-FFF2-40B4-BE49-F238E27FC236}">
                <a16:creationId xmlns:a16="http://schemas.microsoft.com/office/drawing/2014/main" id="{DD2B7054-8BAA-4710-9991-DED5724CE7CF}"/>
              </a:ext>
            </a:extLst>
          </p:cNvPr>
          <p:cNvSpPr>
            <a:spLocks xmlns:a="http://schemas.openxmlformats.org/drawingml/2006/main" noGrp="1"/>
          </p:cNvSpPr>
          <p:nvPr/>
        </p:nvSpPr>
        <p:spPr>
          <a:xfrm xmlns:a="http://schemas.openxmlformats.org/drawingml/2006/main">
            <a:off x="6724650" y="4819650"/>
            <a:ext cx="23812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A63F3A"/>
                </a:solidFill>
                <a:latin typeface="Aptos"/>
                <a:ea typeface="Aptos"/>
                <a:cs typeface="Aptos"/>
              </a:defRPr>
            </a:pPr>
            <a:r>
              <a:rPr sz="1200" b="1">
                <a:solidFill>
                  <a:srgbClr val="A63F3A"/>
                </a:solidFill>
                <a:latin typeface="Aptos"/>
                <a:ea typeface="Aptos"/>
                <a:cs typeface="Aptos"/>
              </a:rPr>
              <a:t>Waste pivot</a:t>
            </a:r>
          </a:p>
        </p:txBody>
      </p:sp>
      <p:sp>
        <p:nvSpPr>
          <p:cNvPr id="36" name="">
            <a:extLst xmlns:a="http://schemas.openxmlformats.org/drawingml/2006/main">
              <a:ext uri="{FF2B5EF4-FFF2-40B4-BE49-F238E27FC236}">
                <a16:creationId xmlns:a16="http://schemas.microsoft.com/office/drawing/2014/main" id="{7556E830-4334-4606-81F1-C3E2D95AF840}"/>
              </a:ext>
            </a:extLst>
          </p:cNvPr>
          <p:cNvSpPr>
            <a:spLocks xmlns:a="http://schemas.openxmlformats.org/drawingml/2006/main" noGrp="1"/>
          </p:cNvSpPr>
          <p:nvPr/>
        </p:nvSpPr>
        <p:spPr>
          <a:xfrm xmlns:a="http://schemas.openxmlformats.org/drawingml/2006/main">
            <a:off x="6724650" y="510540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62021"/>
                </a:solidFill>
                <a:latin typeface="Aptos"/>
                <a:ea typeface="Aptos"/>
                <a:cs typeface="Aptos"/>
              </a:defRPr>
            </a:pPr>
            <a:r>
              <a:rPr sz="1050" b="0">
                <a:solidFill>
                  <a:srgbClr val="162021"/>
                </a:solidFill>
                <a:latin typeface="Aptos"/>
                <a:ea typeface="Aptos"/>
                <a:cs typeface="Aptos"/>
              </a:rPr>
              <a:t>The parent attempted the next child before resolving the first, then paid for a failed create attempt and a clarification retry.</a:t>
            </a:r>
          </a:p>
        </p:txBody>
      </p:sp>
      <p:sp>
        <p:nvSpPr>
          <p:cNvPr id="37" name="">
            <a:extLst xmlns:a="http://schemas.openxmlformats.org/drawingml/2006/main">
              <a:ext uri="{FF2B5EF4-FFF2-40B4-BE49-F238E27FC236}">
                <a16:creationId xmlns:a16="http://schemas.microsoft.com/office/drawing/2014/main" id="{06C6A712-7488-462A-A428-6E7AFE5D171A}"/>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843B3A4A-341C-49D8-B49C-9AB26DE9F0D1}"/>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39" name="">
            <a:extLst xmlns:a="http://schemas.openxmlformats.org/drawingml/2006/main">
              <a:ext uri="{FF2B5EF4-FFF2-40B4-BE49-F238E27FC236}">
                <a16:creationId xmlns:a16="http://schemas.microsoft.com/office/drawing/2014/main" id="{57528E12-918C-4A72-8C72-5646A2542D76}"/>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02</a:t>
            </a:r>
          </a:p>
        </p:txBody>
      </p:sp>
    </p:spTree>
    <p:extLst>
      <p:ext uri="{BB962C8B-B14F-4D97-AF65-F5344CB8AC3E}">
        <p14:creationId xmlns:p14="http://schemas.microsoft.com/office/powerpoint/2010/main" val="56533187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0BCC37-4FB6-4A23-B501-97745F892D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B52376D-A3B0-44D1-9104-25BED586A8C7}"/>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TOKEN ECONOMICS</a:t>
            </a:r>
          </a:p>
        </p:txBody>
      </p:sp>
      <p:sp>
        <p:nvSpPr>
          <p:cNvPr id="3" name="">
            <a:extLst xmlns:a="http://schemas.openxmlformats.org/drawingml/2006/main">
              <a:ext uri="{FF2B5EF4-FFF2-40B4-BE49-F238E27FC236}">
                <a16:creationId xmlns:a16="http://schemas.microsoft.com/office/drawing/2014/main" id="{215830D3-D3BD-4FBF-9F03-0EC5097008AA}"/>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Cache reads, not new prompt input, dominated the bill</a:t>
            </a:r>
          </a:p>
        </p:txBody>
      </p:sp>
      <p:sp>
        <p:nvSpPr>
          <p:cNvPr id="4" name="">
            <a:extLst xmlns:a="http://schemas.openxmlformats.org/drawingml/2006/main">
              <a:ext uri="{FF2B5EF4-FFF2-40B4-BE49-F238E27FC236}">
                <a16:creationId xmlns:a16="http://schemas.microsoft.com/office/drawing/2014/main" id="{F40B01C1-C8F8-46B4-BA23-114A7CDC71C3}"/>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The parent repeatedly re-read a large working context while doing mostly orchestration bookkeeping.</a:t>
            </a:r>
          </a:p>
        </p:txBody>
      </p:sp>
      <p:sp>
        <p:nvSpPr>
          <p:cNvPr id="5" name="">
            <a:extLst xmlns:a="http://schemas.openxmlformats.org/drawingml/2006/main">
              <a:ext uri="{FF2B5EF4-FFF2-40B4-BE49-F238E27FC236}">
                <a16:creationId xmlns:a16="http://schemas.microsoft.com/office/drawing/2014/main" id="{C2247995-B526-4636-920D-D1664F55E260}"/>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7A533062-D218-4100-B1DA-38B312715139}"/>
              </a:ext>
            </a:extLst>
          </p:cNvPr>
          <p:cNvSpPr>
            <a:spLocks xmlns:a="http://schemas.openxmlformats.org/drawingml/2006/main" noGrp="1"/>
          </p:cNvSpPr>
          <p:nvPr/>
        </p:nvSpPr>
        <p:spPr>
          <a:xfrm xmlns:a="http://schemas.openxmlformats.org/drawingml/2006/main">
            <a:off x="819150" y="20002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Cache read</a:t>
            </a:r>
          </a:p>
        </p:txBody>
      </p:sp>
      <p:sp>
        <p:nvSpPr>
          <p:cNvPr id="7" name="">
            <a:extLst xmlns:a="http://schemas.openxmlformats.org/drawingml/2006/main">
              <a:ext uri="{FF2B5EF4-FFF2-40B4-BE49-F238E27FC236}">
                <a16:creationId xmlns:a16="http://schemas.microsoft.com/office/drawing/2014/main" id="{50D651F4-55A0-4D1D-BD0D-0CD61402AA75}"/>
              </a:ext>
            </a:extLst>
          </p:cNvPr>
          <p:cNvSpPr>
            <a:spLocks xmlns:a="http://schemas.openxmlformats.org/drawingml/2006/main" noGrp="1"/>
          </p:cNvSpPr>
          <p:nvPr/>
        </p:nvSpPr>
        <p:spPr>
          <a:xfrm xmlns:a="http://schemas.openxmlformats.org/drawingml/2006/main">
            <a:off x="3152775" y="201930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36C2735-00AE-4E08-B220-D425C5176BA7}"/>
              </a:ext>
            </a:extLst>
          </p:cNvPr>
          <p:cNvSpPr>
            <a:spLocks xmlns:a="http://schemas.openxmlformats.org/drawingml/2006/main" noGrp="1"/>
          </p:cNvSpPr>
          <p:nvPr/>
        </p:nvSpPr>
        <p:spPr>
          <a:xfrm xmlns:a="http://schemas.openxmlformats.org/drawingml/2006/main">
            <a:off x="3152775" y="2019300"/>
            <a:ext cx="4095750" cy="1524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058B0D16-89C1-4D19-B5AE-27283F077F6C}"/>
              </a:ext>
            </a:extLst>
          </p:cNvPr>
          <p:cNvSpPr>
            <a:spLocks xmlns:a="http://schemas.openxmlformats.org/drawingml/2006/main" noGrp="1"/>
          </p:cNvSpPr>
          <p:nvPr/>
        </p:nvSpPr>
        <p:spPr>
          <a:xfrm xmlns:a="http://schemas.openxmlformats.org/drawingml/2006/main">
            <a:off x="7343775" y="19907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6.7M</a:t>
            </a:r>
          </a:p>
        </p:txBody>
      </p:sp>
      <p:sp>
        <p:nvSpPr>
          <p:cNvPr id="10" name="">
            <a:extLst xmlns:a="http://schemas.openxmlformats.org/drawingml/2006/main">
              <a:ext uri="{FF2B5EF4-FFF2-40B4-BE49-F238E27FC236}">
                <a16:creationId xmlns:a16="http://schemas.microsoft.com/office/drawing/2014/main" id="{5A15C432-12F1-4128-8FF9-740CE5074B20}"/>
              </a:ext>
            </a:extLst>
          </p:cNvPr>
          <p:cNvSpPr>
            <a:spLocks xmlns:a="http://schemas.openxmlformats.org/drawingml/2006/main" noGrp="1"/>
          </p:cNvSpPr>
          <p:nvPr/>
        </p:nvSpPr>
        <p:spPr>
          <a:xfrm xmlns:a="http://schemas.openxmlformats.org/drawingml/2006/main">
            <a:off x="819150" y="24574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Cache creation</a:t>
            </a:r>
          </a:p>
        </p:txBody>
      </p:sp>
      <p:sp>
        <p:nvSpPr>
          <p:cNvPr id="11" name="">
            <a:extLst xmlns:a="http://schemas.openxmlformats.org/drawingml/2006/main">
              <a:ext uri="{FF2B5EF4-FFF2-40B4-BE49-F238E27FC236}">
                <a16:creationId xmlns:a16="http://schemas.microsoft.com/office/drawing/2014/main" id="{5F3F4148-5B21-44BF-A01A-789857D159BB}"/>
              </a:ext>
            </a:extLst>
          </p:cNvPr>
          <p:cNvSpPr>
            <a:spLocks xmlns:a="http://schemas.openxmlformats.org/drawingml/2006/main" noGrp="1"/>
          </p:cNvSpPr>
          <p:nvPr/>
        </p:nvSpPr>
        <p:spPr>
          <a:xfrm xmlns:a="http://schemas.openxmlformats.org/drawingml/2006/main">
            <a:off x="3152775" y="247650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809CA98D-A48C-4BD4-83A3-B05159854C69}"/>
              </a:ext>
            </a:extLst>
          </p:cNvPr>
          <p:cNvSpPr>
            <a:spLocks xmlns:a="http://schemas.openxmlformats.org/drawingml/2006/main" noGrp="1"/>
          </p:cNvSpPr>
          <p:nvPr/>
        </p:nvSpPr>
        <p:spPr>
          <a:xfrm xmlns:a="http://schemas.openxmlformats.org/drawingml/2006/main">
            <a:off x="3152775" y="2476500"/>
            <a:ext cx="352499" cy="152400"/>
          </a:xfrm>
          <a:prstGeom xmlns:a="http://schemas.openxmlformats.org/drawingml/2006/main" prst="rect">
            <a:avLst/>
          </a:prstGeom>
          <a:solidFill xmlns:a="http://schemas.openxmlformats.org/drawingml/2006/main">
            <a:srgbClr val="D8A437"/>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547BB56-DA52-450C-98E3-8120E4208DED}"/>
              </a:ext>
            </a:extLst>
          </p:cNvPr>
          <p:cNvSpPr>
            <a:spLocks xmlns:a="http://schemas.openxmlformats.org/drawingml/2006/main" noGrp="1"/>
          </p:cNvSpPr>
          <p:nvPr/>
        </p:nvSpPr>
        <p:spPr>
          <a:xfrm xmlns:a="http://schemas.openxmlformats.org/drawingml/2006/main">
            <a:off x="7343775" y="24479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577.9k</a:t>
            </a:r>
          </a:p>
        </p:txBody>
      </p:sp>
      <p:sp>
        <p:nvSpPr>
          <p:cNvPr id="14" name="">
            <a:extLst xmlns:a="http://schemas.openxmlformats.org/drawingml/2006/main">
              <a:ext uri="{FF2B5EF4-FFF2-40B4-BE49-F238E27FC236}">
                <a16:creationId xmlns:a16="http://schemas.microsoft.com/office/drawing/2014/main" id="{056BCECD-8E94-41C3-8E09-2035BC3C18AE}"/>
              </a:ext>
            </a:extLst>
          </p:cNvPr>
          <p:cNvSpPr>
            <a:spLocks xmlns:a="http://schemas.openxmlformats.org/drawingml/2006/main" noGrp="1"/>
          </p:cNvSpPr>
          <p:nvPr/>
        </p:nvSpPr>
        <p:spPr>
          <a:xfrm xmlns:a="http://schemas.openxmlformats.org/drawingml/2006/main">
            <a:off x="819150" y="29146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Output</a:t>
            </a:r>
          </a:p>
        </p:txBody>
      </p:sp>
      <p:sp>
        <p:nvSpPr>
          <p:cNvPr id="15" name="">
            <a:extLst xmlns:a="http://schemas.openxmlformats.org/drawingml/2006/main">
              <a:ext uri="{FF2B5EF4-FFF2-40B4-BE49-F238E27FC236}">
                <a16:creationId xmlns:a16="http://schemas.microsoft.com/office/drawing/2014/main" id="{337F950E-540C-43E8-9D6B-79646339CC39}"/>
              </a:ext>
            </a:extLst>
          </p:cNvPr>
          <p:cNvSpPr>
            <a:spLocks xmlns:a="http://schemas.openxmlformats.org/drawingml/2006/main" noGrp="1"/>
          </p:cNvSpPr>
          <p:nvPr/>
        </p:nvSpPr>
        <p:spPr>
          <a:xfrm xmlns:a="http://schemas.openxmlformats.org/drawingml/2006/main">
            <a:off x="3152775" y="293370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0343C62-2E53-4A1D-BEC3-0710E1182355}"/>
              </a:ext>
            </a:extLst>
          </p:cNvPr>
          <p:cNvSpPr>
            <a:spLocks xmlns:a="http://schemas.openxmlformats.org/drawingml/2006/main" noGrp="1"/>
          </p:cNvSpPr>
          <p:nvPr/>
        </p:nvSpPr>
        <p:spPr>
          <a:xfrm xmlns:a="http://schemas.openxmlformats.org/drawingml/2006/main">
            <a:off x="3152775" y="2933700"/>
            <a:ext cx="62251" cy="152400"/>
          </a:xfrm>
          <a:prstGeom xmlns:a="http://schemas.openxmlformats.org/drawingml/2006/main" prst="rect">
            <a:avLst/>
          </a:prstGeom>
          <a:solidFill xmlns:a="http://schemas.openxmlformats.org/drawingml/2006/main">
            <a:srgbClr val="B95F3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FF7B05DD-09E8-4259-9C00-0D9DEEB83ED7}"/>
              </a:ext>
            </a:extLst>
          </p:cNvPr>
          <p:cNvSpPr>
            <a:spLocks xmlns:a="http://schemas.openxmlformats.org/drawingml/2006/main" noGrp="1"/>
          </p:cNvSpPr>
          <p:nvPr/>
        </p:nvSpPr>
        <p:spPr>
          <a:xfrm xmlns:a="http://schemas.openxmlformats.org/drawingml/2006/main">
            <a:off x="7343775" y="29051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102.1k</a:t>
            </a:r>
          </a:p>
        </p:txBody>
      </p:sp>
      <p:sp>
        <p:nvSpPr>
          <p:cNvPr id="18" name="">
            <a:extLst xmlns:a="http://schemas.openxmlformats.org/drawingml/2006/main">
              <a:ext uri="{FF2B5EF4-FFF2-40B4-BE49-F238E27FC236}">
                <a16:creationId xmlns:a16="http://schemas.microsoft.com/office/drawing/2014/main" id="{432161EE-8833-4010-96E0-F7542A4B0BC0}"/>
              </a:ext>
            </a:extLst>
          </p:cNvPr>
          <p:cNvSpPr>
            <a:spLocks xmlns:a="http://schemas.openxmlformats.org/drawingml/2006/main" noGrp="1"/>
          </p:cNvSpPr>
          <p:nvPr/>
        </p:nvSpPr>
        <p:spPr>
          <a:xfrm xmlns:a="http://schemas.openxmlformats.org/drawingml/2006/main">
            <a:off x="819150" y="33718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Direct input</a:t>
            </a:r>
          </a:p>
        </p:txBody>
      </p:sp>
      <p:sp>
        <p:nvSpPr>
          <p:cNvPr id="19" name="">
            <a:extLst xmlns:a="http://schemas.openxmlformats.org/drawingml/2006/main">
              <a:ext uri="{FF2B5EF4-FFF2-40B4-BE49-F238E27FC236}">
                <a16:creationId xmlns:a16="http://schemas.microsoft.com/office/drawing/2014/main" id="{936CE409-7B63-4908-9611-64279A7C5DD3}"/>
              </a:ext>
            </a:extLst>
          </p:cNvPr>
          <p:cNvSpPr>
            <a:spLocks xmlns:a="http://schemas.openxmlformats.org/drawingml/2006/main" noGrp="1"/>
          </p:cNvSpPr>
          <p:nvPr/>
        </p:nvSpPr>
        <p:spPr>
          <a:xfrm xmlns:a="http://schemas.openxmlformats.org/drawingml/2006/main">
            <a:off x="3152775" y="339090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E0A03F0-3544-4E04-8CF2-DBFD8BAF879B}"/>
              </a:ext>
            </a:extLst>
          </p:cNvPr>
          <p:cNvSpPr>
            <a:spLocks xmlns:a="http://schemas.openxmlformats.org/drawingml/2006/main" noGrp="1"/>
          </p:cNvSpPr>
          <p:nvPr/>
        </p:nvSpPr>
        <p:spPr>
          <a:xfrm xmlns:a="http://schemas.openxmlformats.org/drawingml/2006/main">
            <a:off x="3152775" y="3390900"/>
            <a:ext cx="19050" cy="152400"/>
          </a:xfrm>
          <a:prstGeom xmlns:a="http://schemas.openxmlformats.org/drawingml/2006/main" prst="rect">
            <a:avLst/>
          </a:prstGeom>
          <a:solidFill xmlns:a="http://schemas.openxmlformats.org/drawingml/2006/main">
            <a:srgbClr val="223B5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BB061524-8DC7-4251-A9FB-C1A0419C0CE1}"/>
              </a:ext>
            </a:extLst>
          </p:cNvPr>
          <p:cNvSpPr>
            <a:spLocks xmlns:a="http://schemas.openxmlformats.org/drawingml/2006/main" noGrp="1"/>
          </p:cNvSpPr>
          <p:nvPr/>
        </p:nvSpPr>
        <p:spPr>
          <a:xfrm xmlns:a="http://schemas.openxmlformats.org/drawingml/2006/main">
            <a:off x="7343775" y="33623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228</a:t>
            </a:r>
          </a:p>
        </p:txBody>
      </p:sp>
      <p:sp>
        <p:nvSpPr>
          <p:cNvPr id="22" name="">
            <a:extLst xmlns:a="http://schemas.openxmlformats.org/drawingml/2006/main">
              <a:ext uri="{FF2B5EF4-FFF2-40B4-BE49-F238E27FC236}">
                <a16:creationId xmlns:a16="http://schemas.microsoft.com/office/drawing/2014/main" id="{CBBCB780-5A99-417D-971D-ADCC124AAD8A}"/>
              </a:ext>
            </a:extLst>
          </p:cNvPr>
          <p:cNvSpPr>
            <a:spLocks xmlns:a="http://schemas.openxmlformats.org/drawingml/2006/main" noGrp="1"/>
          </p:cNvSpPr>
          <p:nvPr/>
        </p:nvSpPr>
        <p:spPr>
          <a:xfrm xmlns:a="http://schemas.openxmlformats.org/drawingml/2006/main">
            <a:off x="7953375" y="1828800"/>
            <a:ext cx="2971800" cy="2114550"/>
          </a:xfrm>
          <a:prstGeom xmlns:a="http://schemas.openxmlformats.org/drawingml/2006/main" prst="rect">
            <a:avLst/>
          </a:prstGeom>
          <a:solidFill xmlns:a="http://schemas.openxmlformats.org/drawingml/2006/main">
            <a:srgbClr val="14222A"/>
          </a:solidFill>
          <a:ln xmlns:a="http://schemas.openxmlformats.org/drawingml/2006/main" w="9525">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5498C4F8-AE2E-4A3D-BEDE-213B472EE3B2}"/>
              </a:ext>
            </a:extLst>
          </p:cNvPr>
          <p:cNvSpPr>
            <a:spLocks xmlns:a="http://schemas.openxmlformats.org/drawingml/2006/main" noGrp="1"/>
          </p:cNvSpPr>
          <p:nvPr/>
        </p:nvSpPr>
        <p:spPr>
          <a:xfrm xmlns:a="http://schemas.openxmlformats.org/drawingml/2006/main">
            <a:off x="8210550" y="2076450"/>
            <a:ext cx="2095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89C8BD"/>
                </a:solidFill>
                <a:latin typeface="Aptos"/>
                <a:ea typeface="Aptos"/>
                <a:cs typeface="Aptos"/>
              </a:defRPr>
            </a:pPr>
            <a:r>
              <a:rPr sz="1125" b="1">
                <a:solidFill>
                  <a:srgbClr val="89C8BD"/>
                </a:solidFill>
                <a:latin typeface="Aptos"/>
                <a:ea typeface="Aptos"/>
                <a:cs typeface="Aptos"/>
              </a:rPr>
              <a:t>Parent token mix</a:t>
            </a:r>
          </a:p>
        </p:txBody>
      </p:sp>
      <p:sp>
        <p:nvSpPr>
          <p:cNvPr id="24" name="">
            <a:extLst xmlns:a="http://schemas.openxmlformats.org/drawingml/2006/main">
              <a:ext uri="{FF2B5EF4-FFF2-40B4-BE49-F238E27FC236}">
                <a16:creationId xmlns:a16="http://schemas.microsoft.com/office/drawing/2014/main" id="{9263D094-8025-480D-906B-3940B1A3CBAB}"/>
              </a:ext>
            </a:extLst>
          </p:cNvPr>
          <p:cNvSpPr>
            <a:spLocks xmlns:a="http://schemas.openxmlformats.org/drawingml/2006/main" noGrp="1"/>
          </p:cNvSpPr>
          <p:nvPr/>
        </p:nvSpPr>
        <p:spPr>
          <a:xfrm xmlns:a="http://schemas.openxmlformats.org/drawingml/2006/main">
            <a:off x="8210550" y="2400300"/>
            <a:ext cx="2286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a:ea typeface="Aptos"/>
                <a:cs typeface="Aptos"/>
              </a:defRPr>
            </a:pPr>
            <a:r>
              <a:rPr sz="1800" b="1">
                <a:solidFill>
                  <a:srgbClr val="FFFFFF"/>
                </a:solidFill>
                <a:latin typeface="Aptos"/>
                <a:ea typeface="Aptos"/>
                <a:cs typeface="Aptos"/>
              </a:rPr>
              <a:t>6.7M cache-read tokens</a:t>
            </a:r>
          </a:p>
        </p:txBody>
      </p:sp>
      <p:sp>
        <p:nvSpPr>
          <p:cNvPr id="25" name="">
            <a:extLst xmlns:a="http://schemas.openxmlformats.org/drawingml/2006/main">
              <a:ext uri="{FF2B5EF4-FFF2-40B4-BE49-F238E27FC236}">
                <a16:creationId xmlns:a16="http://schemas.microsoft.com/office/drawing/2014/main" id="{E669481E-2CE9-4B4C-9F38-341ADD58BFE3}"/>
              </a:ext>
            </a:extLst>
          </p:cNvPr>
          <p:cNvSpPr>
            <a:spLocks xmlns:a="http://schemas.openxmlformats.org/drawingml/2006/main" noGrp="1"/>
          </p:cNvSpPr>
          <p:nvPr/>
        </p:nvSpPr>
        <p:spPr>
          <a:xfrm xmlns:a="http://schemas.openxmlformats.org/drawingml/2006/main">
            <a:off x="8210550" y="2990850"/>
            <a:ext cx="22479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9E6E2"/>
                </a:solidFill>
                <a:latin typeface="Aptos"/>
                <a:ea typeface="Aptos"/>
                <a:cs typeface="Aptos"/>
              </a:defRPr>
            </a:pPr>
            <a:r>
              <a:rPr sz="1050" b="0">
                <a:solidFill>
                  <a:srgbClr val="D9E6E2"/>
                </a:solidFill>
                <a:latin typeface="Aptos"/>
                <a:ea typeface="Aptos"/>
                <a:cs typeface="Aptos"/>
              </a:rPr>
              <a:t>That is about 91% of parent token volume. The agent was mostly paying to rehydrate state it had already created.</a:t>
            </a:r>
          </a:p>
        </p:txBody>
      </p:sp>
      <p:sp>
        <p:nvSpPr>
          <p:cNvPr id="26" name="">
            <a:extLst xmlns:a="http://schemas.openxmlformats.org/drawingml/2006/main">
              <a:ext uri="{FF2B5EF4-FFF2-40B4-BE49-F238E27FC236}">
                <a16:creationId xmlns:a16="http://schemas.microsoft.com/office/drawing/2014/main" id="{B5F0242D-5D0C-4C0E-9D5F-816363EADB92}"/>
              </a:ext>
            </a:extLst>
          </p:cNvPr>
          <p:cNvSpPr>
            <a:spLocks xmlns:a="http://schemas.openxmlformats.org/drawingml/2006/main" noGrp="1"/>
          </p:cNvSpPr>
          <p:nvPr/>
        </p:nvSpPr>
        <p:spPr>
          <a:xfrm xmlns:a="http://schemas.openxmlformats.org/drawingml/2006/main">
            <a:off x="819150" y="44577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Largest parent sessions by cache-read tokens</a:t>
            </a:r>
          </a:p>
        </p:txBody>
      </p:sp>
      <p:sp>
        <p:nvSpPr>
          <p:cNvPr id="27" name="">
            <a:extLst xmlns:a="http://schemas.openxmlformats.org/drawingml/2006/main">
              <a:ext uri="{FF2B5EF4-FFF2-40B4-BE49-F238E27FC236}">
                <a16:creationId xmlns:a16="http://schemas.microsoft.com/office/drawing/2014/main" id="{6F30BA7E-2661-4431-AFD4-18BD3421B7C1}"/>
              </a:ext>
            </a:extLst>
          </p:cNvPr>
          <p:cNvSpPr>
            <a:spLocks xmlns:a="http://schemas.openxmlformats.org/drawingml/2006/main" noGrp="1"/>
          </p:cNvSpPr>
          <p:nvPr/>
        </p:nvSpPr>
        <p:spPr>
          <a:xfrm xmlns:a="http://schemas.openxmlformats.org/drawingml/2006/main">
            <a:off x="819150" y="48577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1. 01:49 task f975e109 - 43 turns</a:t>
            </a:r>
          </a:p>
        </p:txBody>
      </p:sp>
      <p:sp>
        <p:nvSpPr>
          <p:cNvPr id="28" name="">
            <a:extLst xmlns:a="http://schemas.openxmlformats.org/drawingml/2006/main">
              <a:ext uri="{FF2B5EF4-FFF2-40B4-BE49-F238E27FC236}">
                <a16:creationId xmlns:a16="http://schemas.microsoft.com/office/drawing/2014/main" id="{DF5F9DDA-1312-4294-9CCA-005340150ACF}"/>
              </a:ext>
            </a:extLst>
          </p:cNvPr>
          <p:cNvSpPr>
            <a:spLocks xmlns:a="http://schemas.openxmlformats.org/drawingml/2006/main" noGrp="1"/>
          </p:cNvSpPr>
          <p:nvPr/>
        </p:nvSpPr>
        <p:spPr>
          <a:xfrm xmlns:a="http://schemas.openxmlformats.org/drawingml/2006/main">
            <a:off x="3152775" y="4876800"/>
            <a:ext cx="438150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3C247C1B-36C4-4980-B615-C92DA2DE277D}"/>
              </a:ext>
            </a:extLst>
          </p:cNvPr>
          <p:cNvSpPr>
            <a:spLocks xmlns:a="http://schemas.openxmlformats.org/drawingml/2006/main" noGrp="1"/>
          </p:cNvSpPr>
          <p:nvPr/>
        </p:nvSpPr>
        <p:spPr>
          <a:xfrm xmlns:a="http://schemas.openxmlformats.org/drawingml/2006/main">
            <a:off x="3152775" y="4876800"/>
            <a:ext cx="4381500" cy="152400"/>
          </a:xfrm>
          <a:prstGeom xmlns:a="http://schemas.openxmlformats.org/drawingml/2006/main" prst="rect">
            <a:avLst/>
          </a:prstGeom>
          <a:solidFill xmlns:a="http://schemas.openxmlformats.org/drawingml/2006/main">
            <a:srgbClr val="A63F3A"/>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86CD9292-DB73-4D74-9C67-497670A551F7}"/>
              </a:ext>
            </a:extLst>
          </p:cNvPr>
          <p:cNvSpPr>
            <a:spLocks xmlns:a="http://schemas.openxmlformats.org/drawingml/2006/main" noGrp="1"/>
          </p:cNvSpPr>
          <p:nvPr/>
        </p:nvSpPr>
        <p:spPr>
          <a:xfrm xmlns:a="http://schemas.openxmlformats.org/drawingml/2006/main">
            <a:off x="7629525" y="48482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2.0M</a:t>
            </a:r>
          </a:p>
        </p:txBody>
      </p:sp>
      <p:sp>
        <p:nvSpPr>
          <p:cNvPr id="31" name="">
            <a:extLst xmlns:a="http://schemas.openxmlformats.org/drawingml/2006/main">
              <a:ext uri="{FF2B5EF4-FFF2-40B4-BE49-F238E27FC236}">
                <a16:creationId xmlns:a16="http://schemas.microsoft.com/office/drawing/2014/main" id="{50FCBA06-6D10-4E12-BC4C-0C6EE1C9E842}"/>
              </a:ext>
            </a:extLst>
          </p:cNvPr>
          <p:cNvSpPr>
            <a:spLocks xmlns:a="http://schemas.openxmlformats.org/drawingml/2006/main" noGrp="1"/>
          </p:cNvSpPr>
          <p:nvPr/>
        </p:nvSpPr>
        <p:spPr>
          <a:xfrm xmlns:a="http://schemas.openxmlformats.org/drawingml/2006/main">
            <a:off x="819150" y="5114925"/>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2. 02:16 task 0f6b2382 - 23 turns</a:t>
            </a:r>
          </a:p>
        </p:txBody>
      </p:sp>
      <p:sp>
        <p:nvSpPr>
          <p:cNvPr id="32" name="">
            <a:extLst xmlns:a="http://schemas.openxmlformats.org/drawingml/2006/main">
              <a:ext uri="{FF2B5EF4-FFF2-40B4-BE49-F238E27FC236}">
                <a16:creationId xmlns:a16="http://schemas.microsoft.com/office/drawing/2014/main" id="{D6B1EC5F-14B4-434F-8395-31D067860C4A}"/>
              </a:ext>
            </a:extLst>
          </p:cNvPr>
          <p:cNvSpPr>
            <a:spLocks xmlns:a="http://schemas.openxmlformats.org/drawingml/2006/main" noGrp="1"/>
          </p:cNvSpPr>
          <p:nvPr/>
        </p:nvSpPr>
        <p:spPr>
          <a:xfrm xmlns:a="http://schemas.openxmlformats.org/drawingml/2006/main">
            <a:off x="3152775" y="5133975"/>
            <a:ext cx="438150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5DEA4531-05EE-46E2-964F-3175C2C1691C}"/>
              </a:ext>
            </a:extLst>
          </p:cNvPr>
          <p:cNvSpPr>
            <a:spLocks xmlns:a="http://schemas.openxmlformats.org/drawingml/2006/main" noGrp="1"/>
          </p:cNvSpPr>
          <p:nvPr/>
        </p:nvSpPr>
        <p:spPr>
          <a:xfrm xmlns:a="http://schemas.openxmlformats.org/drawingml/2006/main">
            <a:off x="3152775" y="5133975"/>
            <a:ext cx="2363912" cy="1524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C4DACE68-7171-4079-871E-ACE312D68824}"/>
              </a:ext>
            </a:extLst>
          </p:cNvPr>
          <p:cNvSpPr>
            <a:spLocks xmlns:a="http://schemas.openxmlformats.org/drawingml/2006/main" noGrp="1"/>
          </p:cNvSpPr>
          <p:nvPr/>
        </p:nvSpPr>
        <p:spPr>
          <a:xfrm xmlns:a="http://schemas.openxmlformats.org/drawingml/2006/main">
            <a:off x="7629525" y="5105400"/>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1.1M</a:t>
            </a:r>
          </a:p>
        </p:txBody>
      </p:sp>
      <p:sp>
        <p:nvSpPr>
          <p:cNvPr id="35" name="">
            <a:extLst xmlns:a="http://schemas.openxmlformats.org/drawingml/2006/main">
              <a:ext uri="{FF2B5EF4-FFF2-40B4-BE49-F238E27FC236}">
                <a16:creationId xmlns:a16="http://schemas.microsoft.com/office/drawing/2014/main" id="{A3E649F6-99B8-433F-B668-00BF6AACAFA4}"/>
              </a:ext>
            </a:extLst>
          </p:cNvPr>
          <p:cNvSpPr>
            <a:spLocks xmlns:a="http://schemas.openxmlformats.org/drawingml/2006/main" noGrp="1"/>
          </p:cNvSpPr>
          <p:nvPr/>
        </p:nvSpPr>
        <p:spPr>
          <a:xfrm xmlns:a="http://schemas.openxmlformats.org/drawingml/2006/main">
            <a:off x="819150" y="53721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3. 02:11 task 3206c0d3 - 25 turns</a:t>
            </a:r>
          </a:p>
        </p:txBody>
      </p:sp>
      <p:sp>
        <p:nvSpPr>
          <p:cNvPr id="36" name="">
            <a:extLst xmlns:a="http://schemas.openxmlformats.org/drawingml/2006/main">
              <a:ext uri="{FF2B5EF4-FFF2-40B4-BE49-F238E27FC236}">
                <a16:creationId xmlns:a16="http://schemas.microsoft.com/office/drawing/2014/main" id="{346D2675-B9E8-4E0B-873D-B46D02CC2947}"/>
              </a:ext>
            </a:extLst>
          </p:cNvPr>
          <p:cNvSpPr>
            <a:spLocks xmlns:a="http://schemas.openxmlformats.org/drawingml/2006/main" noGrp="1"/>
          </p:cNvSpPr>
          <p:nvPr/>
        </p:nvSpPr>
        <p:spPr>
          <a:xfrm xmlns:a="http://schemas.openxmlformats.org/drawingml/2006/main">
            <a:off x="3152775" y="5391150"/>
            <a:ext cx="438150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4D2749A6-312A-4271-A551-6493C8CA2B39}"/>
              </a:ext>
            </a:extLst>
          </p:cNvPr>
          <p:cNvSpPr>
            <a:spLocks xmlns:a="http://schemas.openxmlformats.org/drawingml/2006/main" noGrp="1"/>
          </p:cNvSpPr>
          <p:nvPr/>
        </p:nvSpPr>
        <p:spPr>
          <a:xfrm xmlns:a="http://schemas.openxmlformats.org/drawingml/2006/main">
            <a:off x="3152775" y="5391150"/>
            <a:ext cx="1525153" cy="1524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A962B3EB-F801-4693-98D9-F2B52FAE8E44}"/>
              </a:ext>
            </a:extLst>
          </p:cNvPr>
          <p:cNvSpPr>
            <a:spLocks xmlns:a="http://schemas.openxmlformats.org/drawingml/2006/main" noGrp="1"/>
          </p:cNvSpPr>
          <p:nvPr/>
        </p:nvSpPr>
        <p:spPr>
          <a:xfrm xmlns:a="http://schemas.openxmlformats.org/drawingml/2006/main">
            <a:off x="7629525" y="536257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695.4k</a:t>
            </a:r>
          </a:p>
        </p:txBody>
      </p:sp>
      <p:sp>
        <p:nvSpPr>
          <p:cNvPr id="39" name="">
            <a:extLst xmlns:a="http://schemas.openxmlformats.org/drawingml/2006/main">
              <a:ext uri="{FF2B5EF4-FFF2-40B4-BE49-F238E27FC236}">
                <a16:creationId xmlns:a16="http://schemas.microsoft.com/office/drawing/2014/main" id="{710FE2F4-1523-48FE-B7D1-3031DB390A61}"/>
              </a:ext>
            </a:extLst>
          </p:cNvPr>
          <p:cNvSpPr>
            <a:spLocks xmlns:a="http://schemas.openxmlformats.org/drawingml/2006/main" noGrp="1"/>
          </p:cNvSpPr>
          <p:nvPr/>
        </p:nvSpPr>
        <p:spPr>
          <a:xfrm xmlns:a="http://schemas.openxmlformats.org/drawingml/2006/main">
            <a:off x="819150" y="5629275"/>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4. 01:53 task 3206c0d3 - 20 turns</a:t>
            </a:r>
          </a:p>
        </p:txBody>
      </p:sp>
      <p:sp>
        <p:nvSpPr>
          <p:cNvPr id="40" name="">
            <a:extLst xmlns:a="http://schemas.openxmlformats.org/drawingml/2006/main">
              <a:ext uri="{FF2B5EF4-FFF2-40B4-BE49-F238E27FC236}">
                <a16:creationId xmlns:a16="http://schemas.microsoft.com/office/drawing/2014/main" id="{BB42581F-65A2-4ECE-AC60-FE9FFE57459B}"/>
              </a:ext>
            </a:extLst>
          </p:cNvPr>
          <p:cNvSpPr>
            <a:spLocks xmlns:a="http://schemas.openxmlformats.org/drawingml/2006/main" noGrp="1"/>
          </p:cNvSpPr>
          <p:nvPr/>
        </p:nvSpPr>
        <p:spPr>
          <a:xfrm xmlns:a="http://schemas.openxmlformats.org/drawingml/2006/main">
            <a:off x="3152775" y="5648325"/>
            <a:ext cx="438150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371DB3BF-24F4-4065-8201-C71A371B0087}"/>
              </a:ext>
            </a:extLst>
          </p:cNvPr>
          <p:cNvSpPr>
            <a:spLocks xmlns:a="http://schemas.openxmlformats.org/drawingml/2006/main" noGrp="1"/>
          </p:cNvSpPr>
          <p:nvPr/>
        </p:nvSpPr>
        <p:spPr>
          <a:xfrm xmlns:a="http://schemas.openxmlformats.org/drawingml/2006/main">
            <a:off x="3152775" y="5648325"/>
            <a:ext cx="1377422" cy="1524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9594CF59-AE11-44C3-B404-DC6863B25E3C}"/>
              </a:ext>
            </a:extLst>
          </p:cNvPr>
          <p:cNvSpPr>
            <a:spLocks xmlns:a="http://schemas.openxmlformats.org/drawingml/2006/main" noGrp="1"/>
          </p:cNvSpPr>
          <p:nvPr/>
        </p:nvSpPr>
        <p:spPr>
          <a:xfrm xmlns:a="http://schemas.openxmlformats.org/drawingml/2006/main">
            <a:off x="7629525" y="5619750"/>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628.0k</a:t>
            </a:r>
          </a:p>
        </p:txBody>
      </p:sp>
      <p:sp>
        <p:nvSpPr>
          <p:cNvPr id="43" name="">
            <a:extLst xmlns:a="http://schemas.openxmlformats.org/drawingml/2006/main">
              <a:ext uri="{FF2B5EF4-FFF2-40B4-BE49-F238E27FC236}">
                <a16:creationId xmlns:a16="http://schemas.microsoft.com/office/drawing/2014/main" id="{F0039D80-66C3-4507-B3E3-1C56A5E32345}"/>
              </a:ext>
            </a:extLst>
          </p:cNvPr>
          <p:cNvSpPr>
            <a:spLocks xmlns:a="http://schemas.openxmlformats.org/drawingml/2006/main" noGrp="1"/>
          </p:cNvSpPr>
          <p:nvPr/>
        </p:nvSpPr>
        <p:spPr>
          <a:xfrm xmlns:a="http://schemas.openxmlformats.org/drawingml/2006/main">
            <a:off x="819150" y="58864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5. 01:55 task 0f6b2382 - 22 turns</a:t>
            </a:r>
          </a:p>
        </p:txBody>
      </p:sp>
      <p:sp>
        <p:nvSpPr>
          <p:cNvPr id="44" name="">
            <a:extLst xmlns:a="http://schemas.openxmlformats.org/drawingml/2006/main">
              <a:ext uri="{FF2B5EF4-FFF2-40B4-BE49-F238E27FC236}">
                <a16:creationId xmlns:a16="http://schemas.microsoft.com/office/drawing/2014/main" id="{1F9651AB-706C-44EF-BFA5-A7642FC1AE9F}"/>
              </a:ext>
            </a:extLst>
          </p:cNvPr>
          <p:cNvSpPr>
            <a:spLocks xmlns:a="http://schemas.openxmlformats.org/drawingml/2006/main" noGrp="1"/>
          </p:cNvSpPr>
          <p:nvPr/>
        </p:nvSpPr>
        <p:spPr>
          <a:xfrm xmlns:a="http://schemas.openxmlformats.org/drawingml/2006/main">
            <a:off x="3152775" y="5905500"/>
            <a:ext cx="438150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FF170FD6-0063-4CEE-8CC6-FFC4DA05DA33}"/>
              </a:ext>
            </a:extLst>
          </p:cNvPr>
          <p:cNvSpPr>
            <a:spLocks xmlns:a="http://schemas.openxmlformats.org/drawingml/2006/main" noGrp="1"/>
          </p:cNvSpPr>
          <p:nvPr/>
        </p:nvSpPr>
        <p:spPr>
          <a:xfrm xmlns:a="http://schemas.openxmlformats.org/drawingml/2006/main">
            <a:off x="3152775" y="5905500"/>
            <a:ext cx="1182238" cy="1524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46" name="">
            <a:extLst xmlns:a="http://schemas.openxmlformats.org/drawingml/2006/main">
              <a:ext uri="{FF2B5EF4-FFF2-40B4-BE49-F238E27FC236}">
                <a16:creationId xmlns:a16="http://schemas.microsoft.com/office/drawing/2014/main" id="{40B3D9CC-9E9C-48FB-9BA3-44075414980E}"/>
              </a:ext>
            </a:extLst>
          </p:cNvPr>
          <p:cNvSpPr>
            <a:spLocks xmlns:a="http://schemas.openxmlformats.org/drawingml/2006/main" noGrp="1"/>
          </p:cNvSpPr>
          <p:nvPr/>
        </p:nvSpPr>
        <p:spPr>
          <a:xfrm xmlns:a="http://schemas.openxmlformats.org/drawingml/2006/main">
            <a:off x="7629525" y="58769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539.0k</a:t>
            </a:r>
          </a:p>
        </p:txBody>
      </p:sp>
      <p:sp>
        <p:nvSpPr>
          <p:cNvPr id="47" name="">
            <a:extLst xmlns:a="http://schemas.openxmlformats.org/drawingml/2006/main">
              <a:ext uri="{FF2B5EF4-FFF2-40B4-BE49-F238E27FC236}">
                <a16:creationId xmlns:a16="http://schemas.microsoft.com/office/drawing/2014/main" id="{0CCDE4CC-C7E9-4F15-AC3F-E658A77C16EC}"/>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48" name="">
            <a:extLst xmlns:a="http://schemas.openxmlformats.org/drawingml/2006/main">
              <a:ext uri="{FF2B5EF4-FFF2-40B4-BE49-F238E27FC236}">
                <a16:creationId xmlns:a16="http://schemas.microsoft.com/office/drawing/2014/main" id="{579656DC-E244-48C1-9858-D4AD72430D61}"/>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49" name="">
            <a:extLst xmlns:a="http://schemas.openxmlformats.org/drawingml/2006/main">
              <a:ext uri="{FF2B5EF4-FFF2-40B4-BE49-F238E27FC236}">
                <a16:creationId xmlns:a16="http://schemas.microsoft.com/office/drawing/2014/main" id="{8AEE4B21-17EC-4D68-AE6E-4E093D98A4A7}"/>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03</a:t>
            </a:r>
          </a:p>
        </p:txBody>
      </p:sp>
    </p:spTree>
    <p:extLst>
      <p:ext uri="{BB962C8B-B14F-4D97-AF65-F5344CB8AC3E}">
        <p14:creationId xmlns:p14="http://schemas.microsoft.com/office/powerpoint/2010/main" val="182352571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06E79C-B611-4A52-B30B-00A9A313A33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D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F500A3-D4BD-405A-9738-87ACEC0D8B17}"/>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CALL ANATOMY</a:t>
            </a:r>
          </a:p>
        </p:txBody>
      </p:sp>
      <p:sp>
        <p:nvSpPr>
          <p:cNvPr id="3" name="">
            <a:extLst xmlns:a="http://schemas.openxmlformats.org/drawingml/2006/main">
              <a:ext uri="{FF2B5EF4-FFF2-40B4-BE49-F238E27FC236}">
                <a16:creationId xmlns:a16="http://schemas.microsoft.com/office/drawing/2014/main" id="{70A85AA1-DC10-46A4-8BBF-D53E8FD4789E}"/>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Most calls were file probing and orchestration bookkeeping</a:t>
            </a:r>
          </a:p>
        </p:txBody>
      </p:sp>
      <p:sp>
        <p:nvSpPr>
          <p:cNvPr id="4" name="">
            <a:extLst xmlns:a="http://schemas.openxmlformats.org/drawingml/2006/main">
              <a:ext uri="{FF2B5EF4-FFF2-40B4-BE49-F238E27FC236}">
                <a16:creationId xmlns:a16="http://schemas.microsoft.com/office/drawing/2014/main" id="{830C8B1C-6727-4D30-9A77-56411C1084EC}"/>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The tool log shows a system doing meta-work around the run rather than progressing implementation.</a:t>
            </a:r>
          </a:p>
        </p:txBody>
      </p:sp>
      <p:sp>
        <p:nvSpPr>
          <p:cNvPr id="5" name="">
            <a:extLst xmlns:a="http://schemas.openxmlformats.org/drawingml/2006/main">
              <a:ext uri="{FF2B5EF4-FFF2-40B4-BE49-F238E27FC236}">
                <a16:creationId xmlns:a16="http://schemas.microsoft.com/office/drawing/2014/main" id="{8763CDE7-618B-495A-8D40-16ED69096F74}"/>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B780A58A-73B1-4E0D-8A85-AA03BD6EE150}"/>
              </a:ext>
            </a:extLst>
          </p:cNvPr>
          <p:cNvSpPr>
            <a:spLocks xmlns:a="http://schemas.openxmlformats.org/drawingml/2006/main" noGrp="1"/>
          </p:cNvSpPr>
          <p:nvPr/>
        </p:nvSpPr>
        <p:spPr>
          <a:xfrm xmlns:a="http://schemas.openxmlformats.org/drawingml/2006/main">
            <a:off x="838200" y="20383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Shell + file inspection</a:t>
            </a:r>
          </a:p>
        </p:txBody>
      </p:sp>
      <p:sp>
        <p:nvSpPr>
          <p:cNvPr id="7" name="">
            <a:extLst xmlns:a="http://schemas.openxmlformats.org/drawingml/2006/main">
              <a:ext uri="{FF2B5EF4-FFF2-40B4-BE49-F238E27FC236}">
                <a16:creationId xmlns:a16="http://schemas.microsoft.com/office/drawing/2014/main" id="{B6E1A9F2-C8AE-4986-A680-114E25EE91B3}"/>
              </a:ext>
            </a:extLst>
          </p:cNvPr>
          <p:cNvSpPr>
            <a:spLocks xmlns:a="http://schemas.openxmlformats.org/drawingml/2006/main" noGrp="1"/>
          </p:cNvSpPr>
          <p:nvPr/>
        </p:nvSpPr>
        <p:spPr>
          <a:xfrm xmlns:a="http://schemas.openxmlformats.org/drawingml/2006/main">
            <a:off x="3171825" y="205740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1BE9AD65-E41C-4763-A118-F9055A9D50C6}"/>
              </a:ext>
            </a:extLst>
          </p:cNvPr>
          <p:cNvSpPr>
            <a:spLocks xmlns:a="http://schemas.openxmlformats.org/drawingml/2006/main" noGrp="1"/>
          </p:cNvSpPr>
          <p:nvPr/>
        </p:nvSpPr>
        <p:spPr>
          <a:xfrm xmlns:a="http://schemas.openxmlformats.org/drawingml/2006/main">
            <a:off x="3171825" y="2057400"/>
            <a:ext cx="4095750" cy="1524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21D87745-19C0-4B20-AB78-51703FFC6B88}"/>
              </a:ext>
            </a:extLst>
          </p:cNvPr>
          <p:cNvSpPr>
            <a:spLocks xmlns:a="http://schemas.openxmlformats.org/drawingml/2006/main" noGrp="1"/>
          </p:cNvSpPr>
          <p:nvPr/>
        </p:nvSpPr>
        <p:spPr>
          <a:xfrm xmlns:a="http://schemas.openxmlformats.org/drawingml/2006/main">
            <a:off x="7362825" y="20288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175 calls</a:t>
            </a:r>
          </a:p>
        </p:txBody>
      </p:sp>
      <p:sp>
        <p:nvSpPr>
          <p:cNvPr id="10" name="">
            <a:extLst xmlns:a="http://schemas.openxmlformats.org/drawingml/2006/main">
              <a:ext uri="{FF2B5EF4-FFF2-40B4-BE49-F238E27FC236}">
                <a16:creationId xmlns:a16="http://schemas.microsoft.com/office/drawing/2014/main" id="{3B338B13-98BC-4BC3-B9EA-B13F9673CA42}"/>
              </a:ext>
            </a:extLst>
          </p:cNvPr>
          <p:cNvSpPr>
            <a:spLocks xmlns:a="http://schemas.openxmlformats.org/drawingml/2006/main" noGrp="1"/>
          </p:cNvSpPr>
          <p:nvPr/>
        </p:nvSpPr>
        <p:spPr>
          <a:xfrm xmlns:a="http://schemas.openxmlformats.org/drawingml/2006/main">
            <a:off x="838200" y="25527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Checklist / grading / submit</a:t>
            </a:r>
          </a:p>
        </p:txBody>
      </p:sp>
      <p:sp>
        <p:nvSpPr>
          <p:cNvPr id="11" name="">
            <a:extLst xmlns:a="http://schemas.openxmlformats.org/drawingml/2006/main">
              <a:ext uri="{FF2B5EF4-FFF2-40B4-BE49-F238E27FC236}">
                <a16:creationId xmlns:a16="http://schemas.microsoft.com/office/drawing/2014/main" id="{7EAB6D6D-0F71-4AC3-96E4-043E692EFB1E}"/>
              </a:ext>
            </a:extLst>
          </p:cNvPr>
          <p:cNvSpPr>
            <a:spLocks xmlns:a="http://schemas.openxmlformats.org/drawingml/2006/main" noGrp="1"/>
          </p:cNvSpPr>
          <p:nvPr/>
        </p:nvSpPr>
        <p:spPr>
          <a:xfrm xmlns:a="http://schemas.openxmlformats.org/drawingml/2006/main">
            <a:off x="3171825" y="257175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2C61DD09-A3FE-448C-8F48-27EB7CB1DFDF}"/>
              </a:ext>
            </a:extLst>
          </p:cNvPr>
          <p:cNvSpPr>
            <a:spLocks xmlns:a="http://schemas.openxmlformats.org/drawingml/2006/main" noGrp="1"/>
          </p:cNvSpPr>
          <p:nvPr/>
        </p:nvSpPr>
        <p:spPr>
          <a:xfrm xmlns:a="http://schemas.openxmlformats.org/drawingml/2006/main">
            <a:off x="3171825" y="2571750"/>
            <a:ext cx="1568087" cy="152400"/>
          </a:xfrm>
          <a:prstGeom xmlns:a="http://schemas.openxmlformats.org/drawingml/2006/main" prst="rect">
            <a:avLst/>
          </a:prstGeom>
          <a:solidFill xmlns:a="http://schemas.openxmlformats.org/drawingml/2006/main">
            <a:srgbClr val="B95F3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31CD1167-40C8-419E-BB68-E252021D9D64}"/>
              </a:ext>
            </a:extLst>
          </p:cNvPr>
          <p:cNvSpPr>
            <a:spLocks xmlns:a="http://schemas.openxmlformats.org/drawingml/2006/main" noGrp="1"/>
          </p:cNvSpPr>
          <p:nvPr/>
        </p:nvSpPr>
        <p:spPr>
          <a:xfrm xmlns:a="http://schemas.openxmlformats.org/drawingml/2006/main">
            <a:off x="7362825" y="254317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67 calls</a:t>
            </a:r>
          </a:p>
        </p:txBody>
      </p:sp>
      <p:sp>
        <p:nvSpPr>
          <p:cNvPr id="14" name="">
            <a:extLst xmlns:a="http://schemas.openxmlformats.org/drawingml/2006/main">
              <a:ext uri="{FF2B5EF4-FFF2-40B4-BE49-F238E27FC236}">
                <a16:creationId xmlns:a16="http://schemas.microsoft.com/office/drawing/2014/main" id="{91297B4B-133D-4A96-84C7-DBEE1FAA8F72}"/>
              </a:ext>
            </a:extLst>
          </p:cNvPr>
          <p:cNvSpPr>
            <a:spLocks xmlns:a="http://schemas.openxmlformats.org/drawingml/2006/main" noGrp="1"/>
          </p:cNvSpPr>
          <p:nvPr/>
        </p:nvSpPr>
        <p:spPr>
          <a:xfrm xmlns:a="http://schemas.openxmlformats.org/drawingml/2006/main">
            <a:off x="838200" y="306705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Oversight / child-control MCP</a:t>
            </a:r>
          </a:p>
        </p:txBody>
      </p:sp>
      <p:sp>
        <p:nvSpPr>
          <p:cNvPr id="15" name="">
            <a:extLst xmlns:a="http://schemas.openxmlformats.org/drawingml/2006/main">
              <a:ext uri="{FF2B5EF4-FFF2-40B4-BE49-F238E27FC236}">
                <a16:creationId xmlns:a16="http://schemas.microsoft.com/office/drawing/2014/main" id="{F19D1737-56D4-4092-A0EF-0D60563AB71A}"/>
              </a:ext>
            </a:extLst>
          </p:cNvPr>
          <p:cNvSpPr>
            <a:spLocks xmlns:a="http://schemas.openxmlformats.org/drawingml/2006/main" noGrp="1"/>
          </p:cNvSpPr>
          <p:nvPr/>
        </p:nvSpPr>
        <p:spPr>
          <a:xfrm xmlns:a="http://schemas.openxmlformats.org/drawingml/2006/main">
            <a:off x="3171825" y="308610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947F8BB-343B-4001-B131-2B76C0E55710}"/>
              </a:ext>
            </a:extLst>
          </p:cNvPr>
          <p:cNvSpPr>
            <a:spLocks xmlns:a="http://schemas.openxmlformats.org/drawingml/2006/main" noGrp="1"/>
          </p:cNvSpPr>
          <p:nvPr/>
        </p:nvSpPr>
        <p:spPr>
          <a:xfrm xmlns:a="http://schemas.openxmlformats.org/drawingml/2006/main">
            <a:off x="3171825" y="3086100"/>
            <a:ext cx="468086" cy="152400"/>
          </a:xfrm>
          <a:prstGeom xmlns:a="http://schemas.openxmlformats.org/drawingml/2006/main" prst="rect">
            <a:avLst/>
          </a:prstGeom>
          <a:solidFill xmlns:a="http://schemas.openxmlformats.org/drawingml/2006/main">
            <a:srgbClr val="223B5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691915F8-AB12-46FC-ACE2-9E3C766EC1F9}"/>
              </a:ext>
            </a:extLst>
          </p:cNvPr>
          <p:cNvSpPr>
            <a:spLocks xmlns:a="http://schemas.openxmlformats.org/drawingml/2006/main" noGrp="1"/>
          </p:cNvSpPr>
          <p:nvPr/>
        </p:nvSpPr>
        <p:spPr>
          <a:xfrm xmlns:a="http://schemas.openxmlformats.org/drawingml/2006/main">
            <a:off x="7362825" y="305752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20 calls</a:t>
            </a:r>
          </a:p>
        </p:txBody>
      </p:sp>
      <p:sp>
        <p:nvSpPr>
          <p:cNvPr id="18" name="">
            <a:extLst xmlns:a="http://schemas.openxmlformats.org/drawingml/2006/main">
              <a:ext uri="{FF2B5EF4-FFF2-40B4-BE49-F238E27FC236}">
                <a16:creationId xmlns:a16="http://schemas.microsoft.com/office/drawing/2014/main" id="{3FCB0AA8-26BB-40DE-BF55-849501A120DE}"/>
              </a:ext>
            </a:extLst>
          </p:cNvPr>
          <p:cNvSpPr>
            <a:spLocks xmlns:a="http://schemas.openxmlformats.org/drawingml/2006/main" noGrp="1"/>
          </p:cNvSpPr>
          <p:nvPr/>
        </p:nvSpPr>
        <p:spPr>
          <a:xfrm xmlns:a="http://schemas.openxmlformats.org/drawingml/2006/main">
            <a:off x="838200" y="3581400"/>
            <a:ext cx="2190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Todo/status planning</a:t>
            </a:r>
          </a:p>
        </p:txBody>
      </p:sp>
      <p:sp>
        <p:nvSpPr>
          <p:cNvPr id="19" name="">
            <a:extLst xmlns:a="http://schemas.openxmlformats.org/drawingml/2006/main">
              <a:ext uri="{FF2B5EF4-FFF2-40B4-BE49-F238E27FC236}">
                <a16:creationId xmlns:a16="http://schemas.microsoft.com/office/drawing/2014/main" id="{A6FC8748-3F11-405F-8FDB-80A31AA97859}"/>
              </a:ext>
            </a:extLst>
          </p:cNvPr>
          <p:cNvSpPr>
            <a:spLocks xmlns:a="http://schemas.openxmlformats.org/drawingml/2006/main" noGrp="1"/>
          </p:cNvSpPr>
          <p:nvPr/>
        </p:nvSpPr>
        <p:spPr>
          <a:xfrm xmlns:a="http://schemas.openxmlformats.org/drawingml/2006/main">
            <a:off x="3171825" y="3600450"/>
            <a:ext cx="4095750" cy="152400"/>
          </a:xfrm>
          <a:prstGeom xmlns:a="http://schemas.openxmlformats.org/drawingml/2006/main" prst="rect">
            <a:avLst/>
          </a:prstGeom>
          <a:solidFill xmlns:a="http://schemas.openxmlformats.org/drawingml/2006/main">
            <a:srgbClr val="E6DED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7670AFF3-05D3-47E5-9AFE-D689818EC1AB}"/>
              </a:ext>
            </a:extLst>
          </p:cNvPr>
          <p:cNvSpPr>
            <a:spLocks xmlns:a="http://schemas.openxmlformats.org/drawingml/2006/main" noGrp="1"/>
          </p:cNvSpPr>
          <p:nvPr/>
        </p:nvSpPr>
        <p:spPr>
          <a:xfrm xmlns:a="http://schemas.openxmlformats.org/drawingml/2006/main">
            <a:off x="3171825" y="3600450"/>
            <a:ext cx="234043" cy="152400"/>
          </a:xfrm>
          <a:prstGeom xmlns:a="http://schemas.openxmlformats.org/drawingml/2006/main" prst="rect">
            <a:avLst/>
          </a:prstGeom>
          <a:solidFill xmlns:a="http://schemas.openxmlformats.org/drawingml/2006/main">
            <a:srgbClr val="D8A43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47957346-3B58-4523-8A57-A599F3818F5A}"/>
              </a:ext>
            </a:extLst>
          </p:cNvPr>
          <p:cNvSpPr>
            <a:spLocks xmlns:a="http://schemas.openxmlformats.org/drawingml/2006/main" noGrp="1"/>
          </p:cNvSpPr>
          <p:nvPr/>
        </p:nvSpPr>
        <p:spPr>
          <a:xfrm xmlns:a="http://schemas.openxmlformats.org/drawingml/2006/main">
            <a:off x="7362825" y="3571875"/>
            <a:ext cx="8572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62021"/>
                </a:solidFill>
                <a:latin typeface="Aptos"/>
                <a:ea typeface="Aptos"/>
                <a:cs typeface="Aptos"/>
              </a:defRPr>
            </a:pPr>
            <a:r>
              <a:rPr sz="863" b="0">
                <a:solidFill>
                  <a:srgbClr val="162021"/>
                </a:solidFill>
                <a:latin typeface="Aptos"/>
                <a:ea typeface="Aptos"/>
                <a:cs typeface="Aptos"/>
              </a:rPr>
              <a:t>10 calls</a:t>
            </a:r>
          </a:p>
        </p:txBody>
      </p:sp>
      <p:sp>
        <p:nvSpPr>
          <p:cNvPr id="22" name="">
            <a:extLst xmlns:a="http://schemas.openxmlformats.org/drawingml/2006/main">
              <a:ext uri="{FF2B5EF4-FFF2-40B4-BE49-F238E27FC236}">
                <a16:creationId xmlns:a16="http://schemas.microsoft.com/office/drawing/2014/main" id="{5E57D106-EFB2-4034-A20C-09045453946D}"/>
              </a:ext>
            </a:extLst>
          </p:cNvPr>
          <p:cNvSpPr>
            <a:spLocks xmlns:a="http://schemas.openxmlformats.org/drawingml/2006/main" noGrp="1"/>
          </p:cNvSpPr>
          <p:nvPr/>
        </p:nvSpPr>
        <p:spPr>
          <a:xfrm xmlns:a="http://schemas.openxmlformats.org/drawingml/2006/main">
            <a:off x="8096250" y="1962150"/>
            <a:ext cx="2743200" cy="1466850"/>
          </a:xfrm>
          <a:prstGeom xmlns:a="http://schemas.openxmlformats.org/drawingml/2006/main" prst="rect">
            <a:avLst/>
          </a:prstGeom>
          <a:solidFill xmlns:a="http://schemas.openxmlformats.org/drawingml/2006/main">
            <a:srgbClr val="F3EEE5"/>
          </a:solidFill>
          <a:ln xmlns:a="http://schemas.openxmlformats.org/drawingml/2006/main" w="9525">
            <a:solidFill>
              <a:srgbClr val="D8D0C2"/>
            </a:solidFill>
            <a:prstDash val="solid"/>
          </a:ln>
        </p:spPr>
      </p:sp>
      <p:sp>
        <p:nvSpPr>
          <p:cNvPr id="23" name="">
            <a:extLst xmlns:a="http://schemas.openxmlformats.org/drawingml/2006/main">
              <a:ext uri="{FF2B5EF4-FFF2-40B4-BE49-F238E27FC236}">
                <a16:creationId xmlns:a16="http://schemas.microsoft.com/office/drawing/2014/main" id="{D52A19B6-E07A-4CBF-9D3E-CCEC27801F1E}"/>
              </a:ext>
            </a:extLst>
          </p:cNvPr>
          <p:cNvSpPr>
            <a:spLocks xmlns:a="http://schemas.openxmlformats.org/drawingml/2006/main" noGrp="1"/>
          </p:cNvSpPr>
          <p:nvPr/>
        </p:nvSpPr>
        <p:spPr>
          <a:xfrm xmlns:a="http://schemas.openxmlformats.org/drawingml/2006/main">
            <a:off x="8324850" y="2190750"/>
            <a:ext cx="20955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A63F3A"/>
                </a:solidFill>
                <a:latin typeface="Aptos"/>
                <a:ea typeface="Aptos"/>
                <a:cs typeface="Aptos"/>
              </a:defRPr>
            </a:pPr>
            <a:r>
              <a:rPr sz="975" b="1">
                <a:solidFill>
                  <a:srgbClr val="A63F3A"/>
                </a:solidFill>
                <a:latin typeface="Aptos"/>
                <a:ea typeface="Aptos"/>
                <a:cs typeface="Aptos"/>
              </a:rPr>
              <a:t>Logged failed/error results</a:t>
            </a:r>
          </a:p>
        </p:txBody>
      </p:sp>
      <p:sp>
        <p:nvSpPr>
          <p:cNvPr id="24" name="">
            <a:extLst xmlns:a="http://schemas.openxmlformats.org/drawingml/2006/main">
              <a:ext uri="{FF2B5EF4-FFF2-40B4-BE49-F238E27FC236}">
                <a16:creationId xmlns:a16="http://schemas.microsoft.com/office/drawing/2014/main" id="{3CE6D35A-5782-462C-BAB2-A706F2491C13}"/>
              </a:ext>
            </a:extLst>
          </p:cNvPr>
          <p:cNvSpPr>
            <a:spLocks xmlns:a="http://schemas.openxmlformats.org/drawingml/2006/main" noGrp="1"/>
          </p:cNvSpPr>
          <p:nvPr/>
        </p:nvSpPr>
        <p:spPr>
          <a:xfrm xmlns:a="http://schemas.openxmlformats.org/drawingml/2006/main">
            <a:off x="8324850" y="2438400"/>
            <a:ext cx="10477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700" b="1">
                <a:solidFill>
                  <a:srgbClr val="A63F3A"/>
                </a:solidFill>
                <a:latin typeface="Aptos"/>
                <a:ea typeface="Aptos"/>
                <a:cs typeface="Aptos"/>
              </a:defRPr>
            </a:pPr>
            <a:r>
              <a:rPr sz="2700" b="1">
                <a:solidFill>
                  <a:srgbClr val="A63F3A"/>
                </a:solidFill>
                <a:latin typeface="Aptos"/>
                <a:ea typeface="Aptos"/>
                <a:cs typeface="Aptos"/>
              </a:rPr>
              <a:t>28</a:t>
            </a:r>
          </a:p>
        </p:txBody>
      </p:sp>
      <p:sp>
        <p:nvSpPr>
          <p:cNvPr id="25" name="">
            <a:extLst xmlns:a="http://schemas.openxmlformats.org/drawingml/2006/main">
              <a:ext uri="{FF2B5EF4-FFF2-40B4-BE49-F238E27FC236}">
                <a16:creationId xmlns:a16="http://schemas.microsoft.com/office/drawing/2014/main" id="{00146F63-6B60-4141-B1B1-00183244980D}"/>
              </a:ext>
            </a:extLst>
          </p:cNvPr>
          <p:cNvSpPr>
            <a:spLocks xmlns:a="http://schemas.openxmlformats.org/drawingml/2006/main" noGrp="1"/>
          </p:cNvSpPr>
          <p:nvPr/>
        </p:nvSpPr>
        <p:spPr>
          <a:xfrm xmlns:a="http://schemas.openxmlformats.org/drawingml/2006/main">
            <a:off x="8324850" y="2952750"/>
            <a:ext cx="2190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0" b="0">
                <a:solidFill>
                  <a:srgbClr val="162021"/>
                </a:solidFill>
                <a:latin typeface="Aptos"/>
                <a:ea typeface="Aptos"/>
                <a:cs typeface="Aptos"/>
              </a:defRPr>
            </a:pPr>
            <a:r>
              <a:rPr sz="690" b="0">
                <a:solidFill>
                  <a:srgbClr val="162021"/>
                </a:solidFill>
                <a:latin typeface="Aptos"/>
                <a:ea typeface="Aptos"/>
                <a:cs typeface="Aptos"/>
              </a:rPr>
              <a:t>Sandbox/file probes, missing paths, cancelled parallel calls, and one schema-shaped clarification retry.</a:t>
            </a:r>
          </a:p>
        </p:txBody>
      </p:sp>
      <p:sp>
        <p:nvSpPr>
          <p:cNvPr id="26" name="">
            <a:extLst xmlns:a="http://schemas.openxmlformats.org/drawingml/2006/main">
              <a:ext uri="{FF2B5EF4-FFF2-40B4-BE49-F238E27FC236}">
                <a16:creationId xmlns:a16="http://schemas.microsoft.com/office/drawing/2014/main" id="{06A3E624-1E40-4A7F-8C40-AB9E44CBCD04}"/>
              </a:ext>
            </a:extLst>
          </p:cNvPr>
          <p:cNvSpPr>
            <a:spLocks xmlns:a="http://schemas.openxmlformats.org/drawingml/2006/main" noGrp="1"/>
          </p:cNvSpPr>
          <p:nvPr/>
        </p:nvSpPr>
        <p:spPr>
          <a:xfrm xmlns:a="http://schemas.openxmlformats.org/drawingml/2006/main">
            <a:off x="838200" y="4524375"/>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Top individual tools</a:t>
            </a:r>
          </a:p>
        </p:txBody>
      </p:sp>
      <p:sp>
        <p:nvSpPr>
          <p:cNvPr id="27" name="">
            <a:extLst xmlns:a="http://schemas.openxmlformats.org/drawingml/2006/main">
              <a:ext uri="{FF2B5EF4-FFF2-40B4-BE49-F238E27FC236}">
                <a16:creationId xmlns:a16="http://schemas.microsoft.com/office/drawing/2014/main" id="{AC9D0CC4-DA9C-4625-873B-E8B57E104271}"/>
              </a:ext>
            </a:extLst>
          </p:cNvPr>
          <p:cNvSpPr>
            <a:spLocks xmlns:a="http://schemas.openxmlformats.org/drawingml/2006/main" noGrp="1"/>
          </p:cNvSpPr>
          <p:nvPr/>
        </p:nvSpPr>
        <p:spPr>
          <a:xfrm xmlns:a="http://schemas.openxmlformats.org/drawingml/2006/main">
            <a:off x="876300" y="48768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Bash</a:t>
            </a:r>
          </a:p>
        </p:txBody>
      </p:sp>
      <p:sp>
        <p:nvSpPr>
          <p:cNvPr id="28" name="">
            <a:extLst xmlns:a="http://schemas.openxmlformats.org/drawingml/2006/main">
              <a:ext uri="{FF2B5EF4-FFF2-40B4-BE49-F238E27FC236}">
                <a16:creationId xmlns:a16="http://schemas.microsoft.com/office/drawing/2014/main" id="{BE0925FE-DE13-40C6-BBE4-F22B6C3C64AB}"/>
              </a:ext>
            </a:extLst>
          </p:cNvPr>
          <p:cNvSpPr>
            <a:spLocks xmlns:a="http://schemas.openxmlformats.org/drawingml/2006/main" noGrp="1"/>
          </p:cNvSpPr>
          <p:nvPr/>
        </p:nvSpPr>
        <p:spPr>
          <a:xfrm xmlns:a="http://schemas.openxmlformats.org/drawingml/2006/main">
            <a:off x="5010150" y="487680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107</a:t>
            </a:r>
          </a:p>
        </p:txBody>
      </p:sp>
      <p:sp>
        <p:nvSpPr>
          <p:cNvPr id="29" name="">
            <a:extLst xmlns:a="http://schemas.openxmlformats.org/drawingml/2006/main">
              <a:ext uri="{FF2B5EF4-FFF2-40B4-BE49-F238E27FC236}">
                <a16:creationId xmlns:a16="http://schemas.microsoft.com/office/drawing/2014/main" id="{DC2CFB67-2FAB-4637-9DFD-D0DC82FC660F}"/>
              </a:ext>
            </a:extLst>
          </p:cNvPr>
          <p:cNvSpPr>
            <a:spLocks xmlns:a="http://schemas.openxmlformats.org/drawingml/2006/main" noGrp="1"/>
          </p:cNvSpPr>
          <p:nvPr/>
        </p:nvSpPr>
        <p:spPr>
          <a:xfrm xmlns:a="http://schemas.openxmlformats.org/drawingml/2006/main">
            <a:off x="876300" y="50863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Read</a:t>
            </a:r>
          </a:p>
        </p:txBody>
      </p:sp>
      <p:sp>
        <p:nvSpPr>
          <p:cNvPr id="30" name="">
            <a:extLst xmlns:a="http://schemas.openxmlformats.org/drawingml/2006/main">
              <a:ext uri="{FF2B5EF4-FFF2-40B4-BE49-F238E27FC236}">
                <a16:creationId xmlns:a16="http://schemas.microsoft.com/office/drawing/2014/main" id="{F59C897F-4624-4FFF-B6FB-A97134ACE34A}"/>
              </a:ext>
            </a:extLst>
          </p:cNvPr>
          <p:cNvSpPr>
            <a:spLocks xmlns:a="http://schemas.openxmlformats.org/drawingml/2006/main" noGrp="1"/>
          </p:cNvSpPr>
          <p:nvPr/>
        </p:nvSpPr>
        <p:spPr>
          <a:xfrm xmlns:a="http://schemas.openxmlformats.org/drawingml/2006/main">
            <a:off x="5010150" y="508635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27</a:t>
            </a:r>
          </a:p>
        </p:txBody>
      </p:sp>
      <p:sp>
        <p:nvSpPr>
          <p:cNvPr id="31" name="">
            <a:extLst xmlns:a="http://schemas.openxmlformats.org/drawingml/2006/main">
              <a:ext uri="{FF2B5EF4-FFF2-40B4-BE49-F238E27FC236}">
                <a16:creationId xmlns:a16="http://schemas.microsoft.com/office/drawing/2014/main" id="{BCC757CC-30D0-47C8-AC96-5E2D3B48B25A}"/>
              </a:ext>
            </a:extLst>
          </p:cNvPr>
          <p:cNvSpPr>
            <a:spLocks xmlns:a="http://schemas.openxmlformats.org/drawingml/2006/main" noGrp="1"/>
          </p:cNvSpPr>
          <p:nvPr/>
        </p:nvSpPr>
        <p:spPr>
          <a:xfrm xmlns:a="http://schemas.openxmlformats.org/drawingml/2006/main">
            <a:off x="876300" y="52959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Grep</a:t>
            </a:r>
          </a:p>
        </p:txBody>
      </p:sp>
      <p:sp>
        <p:nvSpPr>
          <p:cNvPr id="32" name="">
            <a:extLst xmlns:a="http://schemas.openxmlformats.org/drawingml/2006/main">
              <a:ext uri="{FF2B5EF4-FFF2-40B4-BE49-F238E27FC236}">
                <a16:creationId xmlns:a16="http://schemas.microsoft.com/office/drawing/2014/main" id="{EA05DAE1-0664-4909-9F2A-26E5578FD1DE}"/>
              </a:ext>
            </a:extLst>
          </p:cNvPr>
          <p:cNvSpPr>
            <a:spLocks xmlns:a="http://schemas.openxmlformats.org/drawingml/2006/main" noGrp="1"/>
          </p:cNvSpPr>
          <p:nvPr/>
        </p:nvSpPr>
        <p:spPr>
          <a:xfrm xmlns:a="http://schemas.openxmlformats.org/drawingml/2006/main">
            <a:off x="5010150" y="529590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24</a:t>
            </a:r>
          </a:p>
        </p:txBody>
      </p:sp>
      <p:sp>
        <p:nvSpPr>
          <p:cNvPr id="33" name="">
            <a:extLst xmlns:a="http://schemas.openxmlformats.org/drawingml/2006/main">
              <a:ext uri="{FF2B5EF4-FFF2-40B4-BE49-F238E27FC236}">
                <a16:creationId xmlns:a16="http://schemas.microsoft.com/office/drawing/2014/main" id="{7B37C3E4-DCAA-4363-8B64-8E6BCBB0CC16}"/>
              </a:ext>
            </a:extLst>
          </p:cNvPr>
          <p:cNvSpPr>
            <a:spLocks xmlns:a="http://schemas.openxmlformats.org/drawingml/2006/main" noGrp="1"/>
          </p:cNvSpPr>
          <p:nvPr/>
        </p:nvSpPr>
        <p:spPr>
          <a:xfrm xmlns:a="http://schemas.openxmlformats.org/drawingml/2006/main">
            <a:off x="876300" y="55054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orchestrator_update_checklist</a:t>
            </a:r>
          </a:p>
        </p:txBody>
      </p:sp>
      <p:sp>
        <p:nvSpPr>
          <p:cNvPr id="34" name="">
            <a:extLst xmlns:a="http://schemas.openxmlformats.org/drawingml/2006/main">
              <a:ext uri="{FF2B5EF4-FFF2-40B4-BE49-F238E27FC236}">
                <a16:creationId xmlns:a16="http://schemas.microsoft.com/office/drawing/2014/main" id="{4309EED3-6C02-43FE-8258-1D56F98AE337}"/>
              </a:ext>
            </a:extLst>
          </p:cNvPr>
          <p:cNvSpPr>
            <a:spLocks xmlns:a="http://schemas.openxmlformats.org/drawingml/2006/main" noGrp="1"/>
          </p:cNvSpPr>
          <p:nvPr/>
        </p:nvSpPr>
        <p:spPr>
          <a:xfrm xmlns:a="http://schemas.openxmlformats.org/drawingml/2006/main">
            <a:off x="5010150" y="550545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21</a:t>
            </a:r>
          </a:p>
        </p:txBody>
      </p:sp>
      <p:sp>
        <p:nvSpPr>
          <p:cNvPr id="35" name="">
            <a:extLst xmlns:a="http://schemas.openxmlformats.org/drawingml/2006/main">
              <a:ext uri="{FF2B5EF4-FFF2-40B4-BE49-F238E27FC236}">
                <a16:creationId xmlns:a16="http://schemas.microsoft.com/office/drawing/2014/main" id="{8789887E-0870-4FE1-9C9D-2F2D0F28E5B2}"/>
              </a:ext>
            </a:extLst>
          </p:cNvPr>
          <p:cNvSpPr>
            <a:spLocks xmlns:a="http://schemas.openxmlformats.org/drawingml/2006/main" noGrp="1"/>
          </p:cNvSpPr>
          <p:nvPr/>
        </p:nvSpPr>
        <p:spPr>
          <a:xfrm xmlns:a="http://schemas.openxmlformats.org/drawingml/2006/main">
            <a:off x="876300" y="57150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orchestrator_set_grade</a:t>
            </a:r>
          </a:p>
        </p:txBody>
      </p:sp>
      <p:sp>
        <p:nvSpPr>
          <p:cNvPr id="36" name="">
            <a:extLst xmlns:a="http://schemas.openxmlformats.org/drawingml/2006/main">
              <a:ext uri="{FF2B5EF4-FFF2-40B4-BE49-F238E27FC236}">
                <a16:creationId xmlns:a16="http://schemas.microsoft.com/office/drawing/2014/main" id="{6CBFEC10-6B9D-458D-96C9-B0460A4FD1F6}"/>
              </a:ext>
            </a:extLst>
          </p:cNvPr>
          <p:cNvSpPr>
            <a:spLocks xmlns:a="http://schemas.openxmlformats.org/drawingml/2006/main" noGrp="1"/>
          </p:cNvSpPr>
          <p:nvPr/>
        </p:nvSpPr>
        <p:spPr>
          <a:xfrm xmlns:a="http://schemas.openxmlformats.org/drawingml/2006/main">
            <a:off x="5010150" y="571500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21</a:t>
            </a:r>
          </a:p>
        </p:txBody>
      </p:sp>
      <p:sp>
        <p:nvSpPr>
          <p:cNvPr id="37" name="">
            <a:extLst xmlns:a="http://schemas.openxmlformats.org/drawingml/2006/main">
              <a:ext uri="{FF2B5EF4-FFF2-40B4-BE49-F238E27FC236}">
                <a16:creationId xmlns:a16="http://schemas.microsoft.com/office/drawing/2014/main" id="{E6222349-4365-4E15-8AEA-CB6154D8DCB1}"/>
              </a:ext>
            </a:extLst>
          </p:cNvPr>
          <p:cNvSpPr>
            <a:spLocks xmlns:a="http://schemas.openxmlformats.org/drawingml/2006/main" noGrp="1"/>
          </p:cNvSpPr>
          <p:nvPr/>
        </p:nvSpPr>
        <p:spPr>
          <a:xfrm xmlns:a="http://schemas.openxmlformats.org/drawingml/2006/main">
            <a:off x="876300" y="592455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orchestrator_get_requirements</a:t>
            </a:r>
          </a:p>
        </p:txBody>
      </p:sp>
      <p:sp>
        <p:nvSpPr>
          <p:cNvPr id="38" name="">
            <a:extLst xmlns:a="http://schemas.openxmlformats.org/drawingml/2006/main">
              <a:ext uri="{FF2B5EF4-FFF2-40B4-BE49-F238E27FC236}">
                <a16:creationId xmlns:a16="http://schemas.microsoft.com/office/drawing/2014/main" id="{C18518FC-A41F-4E25-81F1-F99A966200EE}"/>
              </a:ext>
            </a:extLst>
          </p:cNvPr>
          <p:cNvSpPr>
            <a:spLocks xmlns:a="http://schemas.openxmlformats.org/drawingml/2006/main" noGrp="1"/>
          </p:cNvSpPr>
          <p:nvPr/>
        </p:nvSpPr>
        <p:spPr>
          <a:xfrm xmlns:a="http://schemas.openxmlformats.org/drawingml/2006/main">
            <a:off x="5010150" y="592455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13</a:t>
            </a:r>
          </a:p>
        </p:txBody>
      </p:sp>
      <p:sp>
        <p:nvSpPr>
          <p:cNvPr id="39" name="">
            <a:extLst xmlns:a="http://schemas.openxmlformats.org/drawingml/2006/main">
              <a:ext uri="{FF2B5EF4-FFF2-40B4-BE49-F238E27FC236}">
                <a16:creationId xmlns:a16="http://schemas.microsoft.com/office/drawing/2014/main" id="{5AA6F730-8213-4BDD-B7A3-8EFADCD500DB}"/>
              </a:ext>
            </a:extLst>
          </p:cNvPr>
          <p:cNvSpPr>
            <a:spLocks xmlns:a="http://schemas.openxmlformats.org/drawingml/2006/main" noGrp="1"/>
          </p:cNvSpPr>
          <p:nvPr/>
        </p:nvSpPr>
        <p:spPr>
          <a:xfrm xmlns:a="http://schemas.openxmlformats.org/drawingml/2006/main">
            <a:off x="876300" y="6134100"/>
            <a:ext cx="4000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0">
                <a:solidFill>
                  <a:srgbClr val="162021"/>
                </a:solidFill>
                <a:latin typeface="Aptos"/>
                <a:ea typeface="Aptos"/>
                <a:cs typeface="Aptos"/>
              </a:defRPr>
            </a:pPr>
            <a:r>
              <a:rPr sz="825" b="0">
                <a:solidFill>
                  <a:srgbClr val="162021"/>
                </a:solidFill>
                <a:latin typeface="Aptos"/>
                <a:ea typeface="Aptos"/>
                <a:cs typeface="Aptos"/>
              </a:rPr>
              <a:t>orchestrator_submit</a:t>
            </a:r>
          </a:p>
        </p:txBody>
      </p:sp>
      <p:sp>
        <p:nvSpPr>
          <p:cNvPr id="40" name="">
            <a:extLst xmlns:a="http://schemas.openxmlformats.org/drawingml/2006/main">
              <a:ext uri="{FF2B5EF4-FFF2-40B4-BE49-F238E27FC236}">
                <a16:creationId xmlns:a16="http://schemas.microsoft.com/office/drawing/2014/main" id="{46C8C1B6-D700-481F-9A00-4DB22F4ACE12}"/>
              </a:ext>
            </a:extLst>
          </p:cNvPr>
          <p:cNvSpPr>
            <a:spLocks xmlns:a="http://schemas.openxmlformats.org/drawingml/2006/main" noGrp="1"/>
          </p:cNvSpPr>
          <p:nvPr/>
        </p:nvSpPr>
        <p:spPr>
          <a:xfrm xmlns:a="http://schemas.openxmlformats.org/drawingml/2006/main">
            <a:off x="5010150" y="6134100"/>
            <a:ext cx="4000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1">
                <a:solidFill>
                  <a:srgbClr val="162021"/>
                </a:solidFill>
                <a:latin typeface="Aptos"/>
                <a:ea typeface="Aptos"/>
                <a:cs typeface="Aptos"/>
              </a:defRPr>
            </a:pPr>
            <a:r>
              <a:rPr sz="825" b="1">
                <a:solidFill>
                  <a:srgbClr val="162021"/>
                </a:solidFill>
                <a:latin typeface="Aptos"/>
                <a:ea typeface="Aptos"/>
                <a:cs typeface="Aptos"/>
              </a:rPr>
              <a:t>12</a:t>
            </a:r>
          </a:p>
        </p:txBody>
      </p:sp>
      <p:sp>
        <p:nvSpPr>
          <p:cNvPr id="41" name="">
            <a:extLst xmlns:a="http://schemas.openxmlformats.org/drawingml/2006/main">
              <a:ext uri="{FF2B5EF4-FFF2-40B4-BE49-F238E27FC236}">
                <a16:creationId xmlns:a16="http://schemas.microsoft.com/office/drawing/2014/main" id="{2C55558C-EDA6-4A64-AA7D-CEE3F960E115}"/>
              </a:ext>
            </a:extLst>
          </p:cNvPr>
          <p:cNvSpPr>
            <a:spLocks xmlns:a="http://schemas.openxmlformats.org/drawingml/2006/main" noGrp="1"/>
          </p:cNvSpPr>
          <p:nvPr/>
        </p:nvSpPr>
        <p:spPr>
          <a:xfrm xmlns:a="http://schemas.openxmlformats.org/drawingml/2006/main">
            <a:off x="6800850" y="4400550"/>
            <a:ext cx="4038600" cy="1333500"/>
          </a:xfrm>
          <a:prstGeom xmlns:a="http://schemas.openxmlformats.org/drawingml/2006/main" prst="rect">
            <a:avLst/>
          </a:prstGeom>
          <a:solidFill xmlns:a="http://schemas.openxmlformats.org/drawingml/2006/main">
            <a:srgbClr val="14222A"/>
          </a:solidFill>
          <a:ln xmlns:a="http://schemas.openxmlformats.org/drawingml/2006/main" w="9525">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E4119B02-69EA-4B62-B59D-3F6443485172}"/>
              </a:ext>
            </a:extLst>
          </p:cNvPr>
          <p:cNvSpPr>
            <a:spLocks xmlns:a="http://schemas.openxmlformats.org/drawingml/2006/main" noGrp="1"/>
          </p:cNvSpPr>
          <p:nvPr/>
        </p:nvSpPr>
        <p:spPr>
          <a:xfrm xmlns:a="http://schemas.openxmlformats.org/drawingml/2006/main">
            <a:off x="7029450" y="4629150"/>
            <a:ext cx="1143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89C8BD"/>
                </a:solidFill>
                <a:latin typeface="Aptos"/>
                <a:ea typeface="Aptos"/>
                <a:cs typeface="Aptos"/>
              </a:defRPr>
            </a:pPr>
            <a:r>
              <a:rPr sz="975" b="1">
                <a:solidFill>
                  <a:srgbClr val="89C8BD"/>
                </a:solidFill>
                <a:latin typeface="Aptos"/>
                <a:ea typeface="Aptos"/>
                <a:cs typeface="Aptos"/>
              </a:rPr>
              <a:t>Readout</a:t>
            </a:r>
          </a:p>
        </p:txBody>
      </p:sp>
      <p:sp>
        <p:nvSpPr>
          <p:cNvPr id="43" name="">
            <a:extLst xmlns:a="http://schemas.openxmlformats.org/drawingml/2006/main">
              <a:ext uri="{FF2B5EF4-FFF2-40B4-BE49-F238E27FC236}">
                <a16:creationId xmlns:a16="http://schemas.microsoft.com/office/drawing/2014/main" id="{BD21D7D9-96EE-4F68-8194-BBD17D2E507D}"/>
              </a:ext>
            </a:extLst>
          </p:cNvPr>
          <p:cNvSpPr>
            <a:spLocks xmlns:a="http://schemas.openxmlformats.org/drawingml/2006/main" noGrp="1"/>
          </p:cNvSpPr>
          <p:nvPr/>
        </p:nvSpPr>
        <p:spPr>
          <a:xfrm xmlns:a="http://schemas.openxmlformats.org/drawingml/2006/main">
            <a:off x="7029450" y="4914900"/>
            <a:ext cx="33337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FFFFFF"/>
                </a:solidFill>
                <a:latin typeface="Aptos"/>
                <a:ea typeface="Aptos"/>
                <a:cs typeface="Aptos"/>
              </a:defRPr>
            </a:pPr>
            <a:r>
              <a:rPr sz="975" b="0">
                <a:solidFill>
                  <a:srgbClr val="FFFFFF"/>
                </a:solidFill>
                <a:latin typeface="Aptos"/>
                <a:ea typeface="Aptos"/>
                <a:cs typeface="Aptos"/>
              </a:rPr>
              <a:t>A high call count was baked into the routine shape: every phase had fresh context, explicit checklist updates, verifier grades, and parent oversight snapshots. Those are useful controls, but they become waste when repeated over an oversized state object.</a:t>
            </a:r>
          </a:p>
        </p:txBody>
      </p:sp>
      <p:sp>
        <p:nvSpPr>
          <p:cNvPr id="44" name="">
            <a:extLst xmlns:a="http://schemas.openxmlformats.org/drawingml/2006/main">
              <a:ext uri="{FF2B5EF4-FFF2-40B4-BE49-F238E27FC236}">
                <a16:creationId xmlns:a16="http://schemas.microsoft.com/office/drawing/2014/main" id="{4A9F5298-2DA3-452A-9E82-7316CDBE0B17}"/>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45" name="">
            <a:extLst xmlns:a="http://schemas.openxmlformats.org/drawingml/2006/main">
              <a:ext uri="{FF2B5EF4-FFF2-40B4-BE49-F238E27FC236}">
                <a16:creationId xmlns:a16="http://schemas.microsoft.com/office/drawing/2014/main" id="{AA3AC671-E683-4B6E-A94E-A9269A2A6621}"/>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46" name="">
            <a:extLst xmlns:a="http://schemas.openxmlformats.org/drawingml/2006/main">
              <a:ext uri="{FF2B5EF4-FFF2-40B4-BE49-F238E27FC236}">
                <a16:creationId xmlns:a16="http://schemas.microsoft.com/office/drawing/2014/main" id="{F7BCEF41-62CF-4307-86A3-AFECECED56D5}"/>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04</a:t>
            </a:r>
          </a:p>
        </p:txBody>
      </p:sp>
    </p:spTree>
    <p:extLst>
      <p:ext uri="{BB962C8B-B14F-4D97-AF65-F5344CB8AC3E}">
        <p14:creationId xmlns:p14="http://schemas.microsoft.com/office/powerpoint/2010/main" val="141384376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75D0A67-FADE-4CD3-B796-A30AE3F5042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3066414-7CA5-46B5-AE6D-985907F544AB}"/>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WASTE TAXONOMY</a:t>
            </a:r>
          </a:p>
        </p:txBody>
      </p:sp>
      <p:sp>
        <p:nvSpPr>
          <p:cNvPr id="3" name="">
            <a:extLst xmlns:a="http://schemas.openxmlformats.org/drawingml/2006/main">
              <a:ext uri="{FF2B5EF4-FFF2-40B4-BE49-F238E27FC236}">
                <a16:creationId xmlns:a16="http://schemas.microsoft.com/office/drawing/2014/main" id="{5576099E-EDC2-4C68-85B3-5B8E32356011}"/>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Five waste categories explain the token and call spike</a:t>
            </a:r>
          </a:p>
        </p:txBody>
      </p:sp>
      <p:sp>
        <p:nvSpPr>
          <p:cNvPr id="4" name="">
            <a:extLst xmlns:a="http://schemas.openxmlformats.org/drawingml/2006/main">
              <a:ext uri="{FF2B5EF4-FFF2-40B4-BE49-F238E27FC236}">
                <a16:creationId xmlns:a16="http://schemas.microsoft.com/office/drawing/2014/main" id="{C8BA60C9-8EAA-46F7-B40F-E0F4DAE6EC93}"/>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Each category is tied to a journal-observed behavior and a concrete mitigation.</a:t>
            </a:r>
          </a:p>
        </p:txBody>
      </p:sp>
      <p:sp>
        <p:nvSpPr>
          <p:cNvPr id="5" name="">
            <a:extLst xmlns:a="http://schemas.openxmlformats.org/drawingml/2006/main">
              <a:ext uri="{FF2B5EF4-FFF2-40B4-BE49-F238E27FC236}">
                <a16:creationId xmlns:a16="http://schemas.microsoft.com/office/drawing/2014/main" id="{82C62CD9-7D08-46FA-93D6-1C76AFA41AD4}"/>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FDBF34D-9388-459A-8527-2FBDCFA0EB6B}"/>
              </a:ext>
            </a:extLst>
          </p:cNvPr>
          <p:cNvSpPr>
            <a:spLocks xmlns:a="http://schemas.openxmlformats.org/drawingml/2006/main" noGrp="1"/>
          </p:cNvSpPr>
          <p:nvPr/>
        </p:nvSpPr>
        <p:spPr>
          <a:xfrm xmlns:a="http://schemas.openxmlformats.org/drawingml/2006/main">
            <a:off x="590550" y="1809750"/>
            <a:ext cx="10477500" cy="647700"/>
          </a:xfrm>
          <a:prstGeom xmlns:a="http://schemas.openxmlformats.org/drawingml/2006/main" prst="rect">
            <a:avLst/>
          </a:prstGeom>
          <a:solidFill xmlns:a="http://schemas.openxmlformats.org/drawingml/2006/main">
            <a:srgbClr val="14222A"/>
          </a:solidFill>
          <a:ln xmlns:a="http://schemas.openxmlformats.org/drawingml/2006/main" w="5715">
            <a:solidFill>
              <a:srgbClr val="D8D0C2"/>
            </a:solidFill>
            <a:prstDash val="solid"/>
          </a:ln>
        </p:spPr>
      </p:sp>
      <p:sp>
        <p:nvSpPr>
          <p:cNvPr id="7" name="">
            <a:extLst xmlns:a="http://schemas.openxmlformats.org/drawingml/2006/main">
              <a:ext uri="{FF2B5EF4-FFF2-40B4-BE49-F238E27FC236}">
                <a16:creationId xmlns:a16="http://schemas.microsoft.com/office/drawing/2014/main" id="{FBD6703A-CBCA-41E1-8E83-6C41210E495A}"/>
              </a:ext>
            </a:extLst>
          </p:cNvPr>
          <p:cNvSpPr>
            <a:spLocks xmlns:a="http://schemas.openxmlformats.org/drawingml/2006/main" noGrp="1"/>
          </p:cNvSpPr>
          <p:nvPr/>
        </p:nvSpPr>
        <p:spPr>
          <a:xfrm xmlns:a="http://schemas.openxmlformats.org/drawingml/2006/main">
            <a:off x="590550" y="2447925"/>
            <a:ext cx="104775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28F9896-CC74-4A6F-B2C7-6AB3220161CF}"/>
              </a:ext>
            </a:extLst>
          </p:cNvPr>
          <p:cNvSpPr>
            <a:spLocks xmlns:a="http://schemas.openxmlformats.org/drawingml/2006/main" noGrp="1"/>
          </p:cNvSpPr>
          <p:nvPr/>
        </p:nvSpPr>
        <p:spPr>
          <a:xfrm xmlns:a="http://schemas.openxmlformats.org/drawingml/2006/main">
            <a:off x="666750" y="186690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Category</a:t>
            </a:r>
          </a:p>
        </p:txBody>
      </p:sp>
      <p:sp>
        <p:nvSpPr>
          <p:cNvPr id="9" name="">
            <a:extLst xmlns:a="http://schemas.openxmlformats.org/drawingml/2006/main">
              <a:ext uri="{FF2B5EF4-FFF2-40B4-BE49-F238E27FC236}">
                <a16:creationId xmlns:a16="http://schemas.microsoft.com/office/drawing/2014/main" id="{04CDA14F-12E9-4BC9-87A0-9ACB72D7E63C}"/>
              </a:ext>
            </a:extLst>
          </p:cNvPr>
          <p:cNvSpPr>
            <a:spLocks xmlns:a="http://schemas.openxmlformats.org/drawingml/2006/main" noGrp="1"/>
          </p:cNvSpPr>
          <p:nvPr/>
        </p:nvSpPr>
        <p:spPr>
          <a:xfrm xmlns:a="http://schemas.openxmlformats.org/drawingml/2006/main">
            <a:off x="2762250" y="1866900"/>
            <a:ext cx="3057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Observed waste signal</a:t>
            </a:r>
          </a:p>
        </p:txBody>
      </p:sp>
      <p:sp>
        <p:nvSpPr>
          <p:cNvPr id="10" name="">
            <a:extLst xmlns:a="http://schemas.openxmlformats.org/drawingml/2006/main">
              <a:ext uri="{FF2B5EF4-FFF2-40B4-BE49-F238E27FC236}">
                <a16:creationId xmlns:a16="http://schemas.microsoft.com/office/drawing/2014/main" id="{2C4A871D-2BFB-4782-A36F-9A8F3AA94588}"/>
              </a:ext>
            </a:extLst>
          </p:cNvPr>
          <p:cNvSpPr>
            <a:spLocks xmlns:a="http://schemas.openxmlformats.org/drawingml/2006/main" noGrp="1"/>
          </p:cNvSpPr>
          <p:nvPr/>
        </p:nvSpPr>
        <p:spPr>
          <a:xfrm xmlns:a="http://schemas.openxmlformats.org/drawingml/2006/main">
            <a:off x="5953125" y="1866900"/>
            <a:ext cx="2247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Root cause</a:t>
            </a:r>
          </a:p>
        </p:txBody>
      </p:sp>
      <p:sp>
        <p:nvSpPr>
          <p:cNvPr id="11" name="">
            <a:extLst xmlns:a="http://schemas.openxmlformats.org/drawingml/2006/main">
              <a:ext uri="{FF2B5EF4-FFF2-40B4-BE49-F238E27FC236}">
                <a16:creationId xmlns:a16="http://schemas.microsoft.com/office/drawing/2014/main" id="{2BC13CF3-993C-4EB2-9192-BF32231512F9}"/>
              </a:ext>
            </a:extLst>
          </p:cNvPr>
          <p:cNvSpPr>
            <a:spLocks xmlns:a="http://schemas.openxmlformats.org/drawingml/2006/main" noGrp="1"/>
          </p:cNvSpPr>
          <p:nvPr/>
        </p:nvSpPr>
        <p:spPr>
          <a:xfrm xmlns:a="http://schemas.openxmlformats.org/drawingml/2006/main">
            <a:off x="8334375" y="1866900"/>
            <a:ext cx="2676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Control</a:t>
            </a:r>
          </a:p>
        </p:txBody>
      </p:sp>
      <p:sp>
        <p:nvSpPr>
          <p:cNvPr id="12" name="">
            <a:extLst xmlns:a="http://schemas.openxmlformats.org/drawingml/2006/main">
              <a:ext uri="{FF2B5EF4-FFF2-40B4-BE49-F238E27FC236}">
                <a16:creationId xmlns:a16="http://schemas.microsoft.com/office/drawing/2014/main" id="{9E5A8E8B-65A5-471B-B0AF-CF52C6636C94}"/>
              </a:ext>
            </a:extLst>
          </p:cNvPr>
          <p:cNvSpPr>
            <a:spLocks xmlns:a="http://schemas.openxmlformats.org/drawingml/2006/main" noGrp="1"/>
          </p:cNvSpPr>
          <p:nvPr/>
        </p:nvSpPr>
        <p:spPr>
          <a:xfrm xmlns:a="http://schemas.openxmlformats.org/drawingml/2006/main">
            <a:off x="590550" y="3095625"/>
            <a:ext cx="104775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617D10D8-A4F3-4217-988F-0EBD84A5C161}"/>
              </a:ext>
            </a:extLst>
          </p:cNvPr>
          <p:cNvSpPr>
            <a:spLocks xmlns:a="http://schemas.openxmlformats.org/drawingml/2006/main" noGrp="1"/>
          </p:cNvSpPr>
          <p:nvPr/>
        </p:nvSpPr>
        <p:spPr>
          <a:xfrm xmlns:a="http://schemas.openxmlformats.org/drawingml/2006/main">
            <a:off x="666750" y="251460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Context ballast from oversized parent brief</a:t>
            </a:r>
          </a:p>
        </p:txBody>
      </p:sp>
      <p:sp>
        <p:nvSpPr>
          <p:cNvPr id="14" name="">
            <a:extLst xmlns:a="http://schemas.openxmlformats.org/drawingml/2006/main">
              <a:ext uri="{FF2B5EF4-FFF2-40B4-BE49-F238E27FC236}">
                <a16:creationId xmlns:a16="http://schemas.microsoft.com/office/drawing/2014/main" id="{7AE1E5B7-CEAB-4498-91D9-357F413BFCE9}"/>
              </a:ext>
            </a:extLst>
          </p:cNvPr>
          <p:cNvSpPr>
            <a:spLocks xmlns:a="http://schemas.openxmlformats.org/drawingml/2006/main" noGrp="1"/>
          </p:cNvSpPr>
          <p:nvPr/>
        </p:nvSpPr>
        <p:spPr>
          <a:xfrm xmlns:a="http://schemas.openxmlformats.org/drawingml/2006/main">
            <a:off x="2762250" y="2514600"/>
            <a:ext cx="3057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Each parent Claude turn repeatedly carried ~55k-70k cache-read tokens after the inventory/brief grew; the final parent session alone read 1,077,823 cached tokens.</a:t>
            </a:r>
          </a:p>
        </p:txBody>
      </p:sp>
      <p:sp>
        <p:nvSpPr>
          <p:cNvPr id="15" name="">
            <a:extLst xmlns:a="http://schemas.openxmlformats.org/drawingml/2006/main">
              <a:ext uri="{FF2B5EF4-FFF2-40B4-BE49-F238E27FC236}">
                <a16:creationId xmlns:a16="http://schemas.microsoft.com/office/drawing/2014/main" id="{B9B2F39C-28D3-4DD0-8DEF-B0E2C067A0EE}"/>
              </a:ext>
            </a:extLst>
          </p:cNvPr>
          <p:cNvSpPr>
            <a:spLocks xmlns:a="http://schemas.openxmlformats.org/drawingml/2006/main" noGrp="1"/>
          </p:cNvSpPr>
          <p:nvPr/>
        </p:nvSpPr>
        <p:spPr>
          <a:xfrm xmlns:a="http://schemas.openxmlformats.org/drawingml/2006/main">
            <a:off x="5953125" y="2514600"/>
            <a:ext cx="2247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A super-parent task built and retained a broad target inventory, full failure taxonomy, and long child specs before completing the first loop.</a:t>
            </a:r>
          </a:p>
        </p:txBody>
      </p:sp>
      <p:sp>
        <p:nvSpPr>
          <p:cNvPr id="16" name="">
            <a:extLst xmlns:a="http://schemas.openxmlformats.org/drawingml/2006/main">
              <a:ext uri="{FF2B5EF4-FFF2-40B4-BE49-F238E27FC236}">
                <a16:creationId xmlns:a16="http://schemas.microsoft.com/office/drawing/2014/main" id="{1D813206-840D-4A43-8C9B-51360FA4665F}"/>
              </a:ext>
            </a:extLst>
          </p:cNvPr>
          <p:cNvSpPr>
            <a:spLocks xmlns:a="http://schemas.openxmlformats.org/drawingml/2006/main" noGrp="1"/>
          </p:cNvSpPr>
          <p:nvPr/>
        </p:nvSpPr>
        <p:spPr>
          <a:xfrm xmlns:a="http://schemas.openxmlformats.org/drawingml/2006/main">
            <a:off x="8334375" y="2514600"/>
            <a:ext cx="2676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Summarize oversight state into a compact machine ledger and pass only the active slice contract plus unresolved deltas into each phase.</a:t>
            </a:r>
          </a:p>
        </p:txBody>
      </p:sp>
      <p:sp>
        <p:nvSpPr>
          <p:cNvPr id="17" name="">
            <a:extLst xmlns:a="http://schemas.openxmlformats.org/drawingml/2006/main">
              <a:ext uri="{FF2B5EF4-FFF2-40B4-BE49-F238E27FC236}">
                <a16:creationId xmlns:a16="http://schemas.microsoft.com/office/drawing/2014/main" id="{C070EA69-A672-4612-BB34-F7FEE6A57E15}"/>
              </a:ext>
            </a:extLst>
          </p:cNvPr>
          <p:cNvSpPr>
            <a:spLocks xmlns:a="http://schemas.openxmlformats.org/drawingml/2006/main" noGrp="1"/>
          </p:cNvSpPr>
          <p:nvPr/>
        </p:nvSpPr>
        <p:spPr>
          <a:xfrm xmlns:a="http://schemas.openxmlformats.org/drawingml/2006/main">
            <a:off x="590550" y="3105150"/>
            <a:ext cx="47625" cy="647700"/>
          </a:xfrm>
          <a:prstGeom xmlns:a="http://schemas.openxmlformats.org/drawingml/2006/main" prst="rect">
            <a:avLst/>
          </a:prstGeom>
          <a:solidFill xmlns:a="http://schemas.openxmlformats.org/drawingml/2006/main">
            <a:srgbClr val="F3EEE5"/>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C7205946-3743-4E9A-8F8A-1005BA0DB9A2}"/>
              </a:ext>
            </a:extLst>
          </p:cNvPr>
          <p:cNvSpPr>
            <a:spLocks xmlns:a="http://schemas.openxmlformats.org/drawingml/2006/main" noGrp="1"/>
          </p:cNvSpPr>
          <p:nvPr/>
        </p:nvSpPr>
        <p:spPr>
          <a:xfrm xmlns:a="http://schemas.openxmlformats.org/drawingml/2006/main">
            <a:off x="590550" y="3743325"/>
            <a:ext cx="104775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DD97E90-B12C-430B-B084-6E2A537169EE}"/>
              </a:ext>
            </a:extLst>
          </p:cNvPr>
          <p:cNvSpPr>
            <a:spLocks xmlns:a="http://schemas.openxmlformats.org/drawingml/2006/main" noGrp="1"/>
          </p:cNvSpPr>
          <p:nvPr/>
        </p:nvSpPr>
        <p:spPr>
          <a:xfrm xmlns:a="http://schemas.openxmlformats.org/drawingml/2006/main">
            <a:off x="666750" y="316230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Polling / wait loop around a child that had already emitted evidence</a:t>
            </a:r>
          </a:p>
        </p:txBody>
      </p:sp>
      <p:sp>
        <p:nvSpPr>
          <p:cNvPr id="20" name="">
            <a:extLst xmlns:a="http://schemas.openxmlformats.org/drawingml/2006/main">
              <a:ext uri="{FF2B5EF4-FFF2-40B4-BE49-F238E27FC236}">
                <a16:creationId xmlns:a16="http://schemas.microsoft.com/office/drawing/2014/main" id="{005CCCF3-7B8E-49EC-972C-3A7CB85427BE}"/>
              </a:ext>
            </a:extLst>
          </p:cNvPr>
          <p:cNvSpPr>
            <a:spLocks xmlns:a="http://schemas.openxmlformats.org/drawingml/2006/main" noGrp="1"/>
          </p:cNvSpPr>
          <p:nvPr/>
        </p:nvSpPr>
        <p:spPr>
          <a:xfrm xmlns:a="http://schemas.openxmlformats.org/drawingml/2006/main">
            <a:off x="2762250" y="3162300"/>
            <a:ext cx="3057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The parent recorded the child evidence as schema-valid but still had to wait/refresh around a non-terminal child, then continued with another parent pass.</a:t>
            </a:r>
          </a:p>
        </p:txBody>
      </p:sp>
      <p:sp>
        <p:nvSpPr>
          <p:cNvPr id="21" name="">
            <a:extLst xmlns:a="http://schemas.openxmlformats.org/drawingml/2006/main">
              <a:ext uri="{FF2B5EF4-FFF2-40B4-BE49-F238E27FC236}">
                <a16:creationId xmlns:a16="http://schemas.microsoft.com/office/drawing/2014/main" id="{54BFB2B2-EA65-4213-B24B-FCAC00AFC97D}"/>
              </a:ext>
            </a:extLst>
          </p:cNvPr>
          <p:cNvSpPr>
            <a:spLocks xmlns:a="http://schemas.openxmlformats.org/drawingml/2006/main" noGrp="1"/>
          </p:cNvSpPr>
          <p:nvPr/>
        </p:nvSpPr>
        <p:spPr>
          <a:xfrm xmlns:a="http://schemas.openxmlformats.org/drawingml/2006/main">
            <a:off x="5953125" y="3162300"/>
            <a:ext cx="2247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Evidence readiness and child terminal readiness are separate states; the agent spent calls reconciling them.</a:t>
            </a:r>
          </a:p>
        </p:txBody>
      </p:sp>
      <p:sp>
        <p:nvSpPr>
          <p:cNvPr id="22" name="">
            <a:extLst xmlns:a="http://schemas.openxmlformats.org/drawingml/2006/main">
              <a:ext uri="{FF2B5EF4-FFF2-40B4-BE49-F238E27FC236}">
                <a16:creationId xmlns:a16="http://schemas.microsoft.com/office/drawing/2014/main" id="{BDC107F6-7E12-4B57-BAF6-113D32C205AE}"/>
              </a:ext>
            </a:extLst>
          </p:cNvPr>
          <p:cNvSpPr>
            <a:spLocks xmlns:a="http://schemas.openxmlformats.org/drawingml/2006/main" noGrp="1"/>
          </p:cNvSpPr>
          <p:nvPr/>
        </p:nvSpPr>
        <p:spPr>
          <a:xfrm xmlns:a="http://schemas.openxmlformats.org/drawingml/2006/main">
            <a:off x="8334375" y="3162300"/>
            <a:ext cx="2676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Expose a single “evidence ready, terminal pending” state and teach parent routines to stop immediately after one bounded observation.</a:t>
            </a:r>
          </a:p>
        </p:txBody>
      </p:sp>
      <p:sp>
        <p:nvSpPr>
          <p:cNvPr id="23" name="">
            <a:extLst xmlns:a="http://schemas.openxmlformats.org/drawingml/2006/main">
              <a:ext uri="{FF2B5EF4-FFF2-40B4-BE49-F238E27FC236}">
                <a16:creationId xmlns:a16="http://schemas.microsoft.com/office/drawing/2014/main" id="{872131E1-2D44-4881-8B37-61C093B2CF7F}"/>
              </a:ext>
            </a:extLst>
          </p:cNvPr>
          <p:cNvSpPr>
            <a:spLocks xmlns:a="http://schemas.openxmlformats.org/drawingml/2006/main" noGrp="1"/>
          </p:cNvSpPr>
          <p:nvPr/>
        </p:nvSpPr>
        <p:spPr>
          <a:xfrm xmlns:a="http://schemas.openxmlformats.org/drawingml/2006/main">
            <a:off x="590550" y="4391025"/>
            <a:ext cx="104775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74F67F2-C459-42BE-8103-825E4C0EE1F4}"/>
              </a:ext>
            </a:extLst>
          </p:cNvPr>
          <p:cNvSpPr>
            <a:spLocks xmlns:a="http://schemas.openxmlformats.org/drawingml/2006/main" noGrp="1"/>
          </p:cNvSpPr>
          <p:nvPr/>
        </p:nvSpPr>
        <p:spPr>
          <a:xfrm xmlns:a="http://schemas.openxmlformats.org/drawingml/2006/main">
            <a:off x="666750" y="381000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Parallelism mismatch created a dead-end attempt</a:t>
            </a:r>
          </a:p>
        </p:txBody>
      </p:sp>
      <p:sp>
        <p:nvSpPr>
          <p:cNvPr id="25" name="">
            <a:extLst xmlns:a="http://schemas.openxmlformats.org/drawingml/2006/main">
              <a:ext uri="{FF2B5EF4-FFF2-40B4-BE49-F238E27FC236}">
                <a16:creationId xmlns:a16="http://schemas.microsoft.com/office/drawing/2014/main" id="{18DAAD96-1908-41CD-9993-BD63F0136DFB}"/>
              </a:ext>
            </a:extLst>
          </p:cNvPr>
          <p:cNvSpPr>
            <a:spLocks xmlns:a="http://schemas.openxmlformats.org/drawingml/2006/main" noGrp="1"/>
          </p:cNvSpPr>
          <p:nvPr/>
        </p:nvSpPr>
        <p:spPr>
          <a:xfrm xmlns:a="http://schemas.openxmlformats.org/drawingml/2006/main">
            <a:off x="2762250" y="3810000"/>
            <a:ext cx="3057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The next-slice brief planned INV-R-002 while INV-R-001 was unresolved; the platform rejected second-child creation with “unresolved child already exists,” causing a clarification pass.</a:t>
            </a:r>
          </a:p>
        </p:txBody>
      </p:sp>
      <p:sp>
        <p:nvSpPr>
          <p:cNvPr id="26" name="">
            <a:extLst xmlns:a="http://schemas.openxmlformats.org/drawingml/2006/main">
              <a:ext uri="{FF2B5EF4-FFF2-40B4-BE49-F238E27FC236}">
                <a16:creationId xmlns:a16="http://schemas.microsoft.com/office/drawing/2014/main" id="{1AFB48C6-5181-43C6-9295-3D07CDE4C4B2}"/>
              </a:ext>
            </a:extLst>
          </p:cNvPr>
          <p:cNvSpPr>
            <a:spLocks xmlns:a="http://schemas.openxmlformats.org/drawingml/2006/main" noGrp="1"/>
          </p:cNvSpPr>
          <p:nvPr/>
        </p:nvSpPr>
        <p:spPr>
          <a:xfrm xmlns:a="http://schemas.openxmlformats.org/drawingml/2006/main">
            <a:off x="5953125" y="3810000"/>
            <a:ext cx="2247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Routine intent assumed parallel child slices, while platform state machine enforces one unresolved child per parent.</a:t>
            </a:r>
          </a:p>
        </p:txBody>
      </p:sp>
      <p:sp>
        <p:nvSpPr>
          <p:cNvPr id="27" name="">
            <a:extLst xmlns:a="http://schemas.openxmlformats.org/drawingml/2006/main">
              <a:ext uri="{FF2B5EF4-FFF2-40B4-BE49-F238E27FC236}">
                <a16:creationId xmlns:a16="http://schemas.microsoft.com/office/drawing/2014/main" id="{63A9337B-CEDC-4A19-8AC7-9489827DAC73}"/>
              </a:ext>
            </a:extLst>
          </p:cNvPr>
          <p:cNvSpPr>
            <a:spLocks xmlns:a="http://schemas.openxmlformats.org/drawingml/2006/main" noGrp="1"/>
          </p:cNvSpPr>
          <p:nvPr/>
        </p:nvSpPr>
        <p:spPr>
          <a:xfrm xmlns:a="http://schemas.openxmlformats.org/drawingml/2006/main">
            <a:off x="8334375" y="3810000"/>
            <a:ext cx="2676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Make child concurrency a first-class routine capability flag; if sequential, the selector must not produce a second child until the first is accepted/rejected/abandoned.</a:t>
            </a:r>
          </a:p>
        </p:txBody>
      </p:sp>
      <p:sp>
        <p:nvSpPr>
          <p:cNvPr id="28" name="">
            <a:extLst xmlns:a="http://schemas.openxmlformats.org/drawingml/2006/main">
              <a:ext uri="{FF2B5EF4-FFF2-40B4-BE49-F238E27FC236}">
                <a16:creationId xmlns:a16="http://schemas.microsoft.com/office/drawing/2014/main" id="{663CCAEC-0C78-48C1-BD0A-30C6DCC66020}"/>
              </a:ext>
            </a:extLst>
          </p:cNvPr>
          <p:cNvSpPr>
            <a:spLocks xmlns:a="http://schemas.openxmlformats.org/drawingml/2006/main" noGrp="1"/>
          </p:cNvSpPr>
          <p:nvPr/>
        </p:nvSpPr>
        <p:spPr>
          <a:xfrm xmlns:a="http://schemas.openxmlformats.org/drawingml/2006/main">
            <a:off x="590550" y="4400550"/>
            <a:ext cx="47625" cy="647700"/>
          </a:xfrm>
          <a:prstGeom xmlns:a="http://schemas.openxmlformats.org/drawingml/2006/main" prst="rect">
            <a:avLst/>
          </a:prstGeom>
          <a:solidFill xmlns:a="http://schemas.openxmlformats.org/drawingml/2006/main">
            <a:srgbClr val="F3EEE5"/>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18CB1B50-C73E-41C9-ABA6-49E42DFE6B83}"/>
              </a:ext>
            </a:extLst>
          </p:cNvPr>
          <p:cNvSpPr>
            <a:spLocks xmlns:a="http://schemas.openxmlformats.org/drawingml/2006/main" noGrp="1"/>
          </p:cNvSpPr>
          <p:nvPr/>
        </p:nvSpPr>
        <p:spPr>
          <a:xfrm xmlns:a="http://schemas.openxmlformats.org/drawingml/2006/main">
            <a:off x="590550" y="5038725"/>
            <a:ext cx="104775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8348BEA0-81DA-4751-9D92-930060040AAD}"/>
              </a:ext>
            </a:extLst>
          </p:cNvPr>
          <p:cNvSpPr>
            <a:spLocks xmlns:a="http://schemas.openxmlformats.org/drawingml/2006/main" noGrp="1"/>
          </p:cNvSpPr>
          <p:nvPr/>
        </p:nvSpPr>
        <p:spPr>
          <a:xfrm xmlns:a="http://schemas.openxmlformats.org/drawingml/2006/main">
            <a:off x="666750" y="445770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Schema/tool contract retry</a:t>
            </a:r>
          </a:p>
        </p:txBody>
      </p:sp>
      <p:sp>
        <p:nvSpPr>
          <p:cNvPr id="31" name="">
            <a:extLst xmlns:a="http://schemas.openxmlformats.org/drawingml/2006/main">
              <a:ext uri="{FF2B5EF4-FFF2-40B4-BE49-F238E27FC236}">
                <a16:creationId xmlns:a16="http://schemas.microsoft.com/office/drawing/2014/main" id="{4671804B-C50F-4517-8A7F-F25782AF15F6}"/>
              </a:ext>
            </a:extLst>
          </p:cNvPr>
          <p:cNvSpPr>
            <a:spLocks xmlns:a="http://schemas.openxmlformats.org/drawingml/2006/main" noGrp="1"/>
          </p:cNvSpPr>
          <p:nvPr/>
        </p:nvSpPr>
        <p:spPr>
          <a:xfrm xmlns:a="http://schemas.openxmlformats.org/drawingml/2006/main">
            <a:off x="2762250" y="4457700"/>
            <a:ext cx="3057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First clarification request failed because `required` was sent as boolean true; retry succeeded after omitting it.</a:t>
            </a:r>
          </a:p>
        </p:txBody>
      </p:sp>
      <p:sp>
        <p:nvSpPr>
          <p:cNvPr id="32" name="">
            <a:extLst xmlns:a="http://schemas.openxmlformats.org/drawingml/2006/main">
              <a:ext uri="{FF2B5EF4-FFF2-40B4-BE49-F238E27FC236}">
                <a16:creationId xmlns:a16="http://schemas.microsoft.com/office/drawing/2014/main" id="{D57193E7-5751-4F67-9DCB-82ED6EAADBFE}"/>
              </a:ext>
            </a:extLst>
          </p:cNvPr>
          <p:cNvSpPr>
            <a:spLocks xmlns:a="http://schemas.openxmlformats.org/drawingml/2006/main" noGrp="1"/>
          </p:cNvSpPr>
          <p:nvPr/>
        </p:nvSpPr>
        <p:spPr>
          <a:xfrm xmlns:a="http://schemas.openxmlformats.org/drawingml/2006/main">
            <a:off x="5953125" y="4457700"/>
            <a:ext cx="2247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The agent had stale or incomplete knowledge of the tool schema.</a:t>
            </a:r>
          </a:p>
        </p:txBody>
      </p:sp>
      <p:sp>
        <p:nvSpPr>
          <p:cNvPr id="33" name="">
            <a:extLst xmlns:a="http://schemas.openxmlformats.org/drawingml/2006/main">
              <a:ext uri="{FF2B5EF4-FFF2-40B4-BE49-F238E27FC236}">
                <a16:creationId xmlns:a16="http://schemas.microsoft.com/office/drawing/2014/main" id="{507B3191-4E19-4DEA-B5E3-C11B7C40FC78}"/>
              </a:ext>
            </a:extLst>
          </p:cNvPr>
          <p:cNvSpPr>
            <a:spLocks xmlns:a="http://schemas.openxmlformats.org/drawingml/2006/main" noGrp="1"/>
          </p:cNvSpPr>
          <p:nvPr/>
        </p:nvSpPr>
        <p:spPr>
          <a:xfrm xmlns:a="http://schemas.openxmlformats.org/drawingml/2006/main">
            <a:off x="8334375" y="4457700"/>
            <a:ext cx="2676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Surface exact MCP tool schemas in the prompt or validate tool arguments locally before spending an LLM turn.</a:t>
            </a:r>
          </a:p>
        </p:txBody>
      </p:sp>
      <p:sp>
        <p:nvSpPr>
          <p:cNvPr id="34" name="">
            <a:extLst xmlns:a="http://schemas.openxmlformats.org/drawingml/2006/main">
              <a:ext uri="{FF2B5EF4-FFF2-40B4-BE49-F238E27FC236}">
                <a16:creationId xmlns:a16="http://schemas.microsoft.com/office/drawing/2014/main" id="{A04C7093-47BC-4F43-93C0-F2A60D525192}"/>
              </a:ext>
            </a:extLst>
          </p:cNvPr>
          <p:cNvSpPr>
            <a:spLocks xmlns:a="http://schemas.openxmlformats.org/drawingml/2006/main" noGrp="1"/>
          </p:cNvSpPr>
          <p:nvPr/>
        </p:nvSpPr>
        <p:spPr>
          <a:xfrm xmlns:a="http://schemas.openxmlformats.org/drawingml/2006/main">
            <a:off x="590550" y="5686425"/>
            <a:ext cx="104775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7789E371-A05B-41C4-95C8-8F0707B1C68E}"/>
              </a:ext>
            </a:extLst>
          </p:cNvPr>
          <p:cNvSpPr>
            <a:spLocks xmlns:a="http://schemas.openxmlformats.org/drawingml/2006/main" noGrp="1"/>
          </p:cNvSpPr>
          <p:nvPr/>
        </p:nvSpPr>
        <p:spPr>
          <a:xfrm xmlns:a="http://schemas.openxmlformats.org/drawingml/2006/main">
            <a:off x="666750" y="5105400"/>
            <a:ext cx="19621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High-end model used for mechanical orchestration</a:t>
            </a:r>
          </a:p>
        </p:txBody>
      </p:sp>
      <p:sp>
        <p:nvSpPr>
          <p:cNvPr id="36" name="">
            <a:extLst xmlns:a="http://schemas.openxmlformats.org/drawingml/2006/main">
              <a:ext uri="{FF2B5EF4-FFF2-40B4-BE49-F238E27FC236}">
                <a16:creationId xmlns:a16="http://schemas.microsoft.com/office/drawing/2014/main" id="{467733EA-65DC-4AB9-A18B-61C9CC64847F}"/>
              </a:ext>
            </a:extLst>
          </p:cNvPr>
          <p:cNvSpPr>
            <a:spLocks xmlns:a="http://schemas.openxmlformats.org/drawingml/2006/main" noGrp="1"/>
          </p:cNvSpPr>
          <p:nvPr/>
        </p:nvSpPr>
        <p:spPr>
          <a:xfrm xmlns:a="http://schemas.openxmlformats.org/drawingml/2006/main">
            <a:off x="2762250" y="5105400"/>
            <a:ext cx="3057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Most tokens ran through claude-opus-4-7[1m], while many calls were deterministic checklist updates, file reads, and status bookkeeping.</a:t>
            </a:r>
          </a:p>
        </p:txBody>
      </p:sp>
      <p:sp>
        <p:nvSpPr>
          <p:cNvPr id="37" name="">
            <a:extLst xmlns:a="http://schemas.openxmlformats.org/drawingml/2006/main">
              <a:ext uri="{FF2B5EF4-FFF2-40B4-BE49-F238E27FC236}">
                <a16:creationId xmlns:a16="http://schemas.microsoft.com/office/drawing/2014/main" id="{A5A59C61-5262-4879-8E58-8D32E863FC04}"/>
              </a:ext>
            </a:extLst>
          </p:cNvPr>
          <p:cNvSpPr>
            <a:spLocks xmlns:a="http://schemas.openxmlformats.org/drawingml/2006/main" noGrp="1"/>
          </p:cNvSpPr>
          <p:nvPr/>
        </p:nvSpPr>
        <p:spPr>
          <a:xfrm xmlns:a="http://schemas.openxmlformats.org/drawingml/2006/main">
            <a:off x="5953125" y="5105400"/>
            <a:ext cx="22479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The runner did not downshift model profile for bookkeeping and schema-transcription turns.</a:t>
            </a:r>
          </a:p>
        </p:txBody>
      </p:sp>
      <p:sp>
        <p:nvSpPr>
          <p:cNvPr id="38" name="">
            <a:extLst xmlns:a="http://schemas.openxmlformats.org/drawingml/2006/main">
              <a:ext uri="{FF2B5EF4-FFF2-40B4-BE49-F238E27FC236}">
                <a16:creationId xmlns:a16="http://schemas.microsoft.com/office/drawing/2014/main" id="{E3CAE225-9A15-4FE6-BF01-1B37B98E09C6}"/>
              </a:ext>
            </a:extLst>
          </p:cNvPr>
          <p:cNvSpPr>
            <a:spLocks xmlns:a="http://schemas.openxmlformats.org/drawingml/2006/main" noGrp="1"/>
          </p:cNvSpPr>
          <p:nvPr/>
        </p:nvSpPr>
        <p:spPr>
          <a:xfrm xmlns:a="http://schemas.openxmlformats.org/drawingml/2006/main">
            <a:off x="8334375" y="5105400"/>
            <a:ext cx="2676525"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162021"/>
                </a:solidFill>
                <a:latin typeface="Aptos"/>
                <a:ea typeface="Aptos"/>
                <a:cs typeface="Aptos"/>
              </a:defRPr>
            </a:pPr>
            <a:r>
              <a:rPr sz="638" b="0">
                <a:solidFill>
                  <a:srgbClr val="162021"/>
                </a:solidFill>
                <a:latin typeface="Aptos"/>
                <a:ea typeface="Aptos"/>
                <a:cs typeface="Aptos"/>
              </a:rPr>
              <a:t>Use a summarizer/coder split: reserve frontier context for planning and defects; route checklist/status/tool-retry turns to a cheaper profile.</a:t>
            </a:r>
          </a:p>
        </p:txBody>
      </p:sp>
      <p:sp>
        <p:nvSpPr>
          <p:cNvPr id="39" name="">
            <a:extLst xmlns:a="http://schemas.openxmlformats.org/drawingml/2006/main">
              <a:ext uri="{FF2B5EF4-FFF2-40B4-BE49-F238E27FC236}">
                <a16:creationId xmlns:a16="http://schemas.microsoft.com/office/drawing/2014/main" id="{5E2F37C9-961E-415C-B9EC-29FC3A5F9923}"/>
              </a:ext>
            </a:extLst>
          </p:cNvPr>
          <p:cNvSpPr>
            <a:spLocks xmlns:a="http://schemas.openxmlformats.org/drawingml/2006/main" noGrp="1"/>
          </p:cNvSpPr>
          <p:nvPr/>
        </p:nvSpPr>
        <p:spPr>
          <a:xfrm xmlns:a="http://schemas.openxmlformats.org/drawingml/2006/main">
            <a:off x="742950" y="5838825"/>
            <a:ext cx="10096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0E6B61"/>
                </a:solidFill>
                <a:latin typeface="Aptos"/>
                <a:ea typeface="Aptos"/>
                <a:cs typeface="Aptos"/>
              </a:defRPr>
            </a:pPr>
            <a:r>
              <a:rPr sz="1200" b="1">
                <a:solidFill>
                  <a:srgbClr val="0E6B61"/>
                </a:solidFill>
                <a:latin typeface="Aptos"/>
                <a:ea typeface="Aptos"/>
                <a:cs typeface="Aptos"/>
              </a:rPr>
              <a:t>Interpretation: the biggest waste was structural, not a single bad command. Compact state handoff and concurrency gating would have prevented most later spend.</a:t>
            </a:r>
          </a:p>
        </p:txBody>
      </p:sp>
      <p:sp>
        <p:nvSpPr>
          <p:cNvPr id="40" name="">
            <a:extLst xmlns:a="http://schemas.openxmlformats.org/drawingml/2006/main">
              <a:ext uri="{FF2B5EF4-FFF2-40B4-BE49-F238E27FC236}">
                <a16:creationId xmlns:a16="http://schemas.microsoft.com/office/drawing/2014/main" id="{2228A57C-7BAB-4E8E-B745-2E3AC2611DD7}"/>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90348E02-3E26-447C-9EC0-3F10AB9A43C1}"/>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42" name="">
            <a:extLst xmlns:a="http://schemas.openxmlformats.org/drawingml/2006/main">
              <a:ext uri="{FF2B5EF4-FFF2-40B4-BE49-F238E27FC236}">
                <a16:creationId xmlns:a16="http://schemas.microsoft.com/office/drawing/2014/main" id="{C15CD6E7-0800-47C6-9835-5DF7BF6722EB}"/>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05</a:t>
            </a:r>
          </a:p>
        </p:txBody>
      </p:sp>
    </p:spTree>
    <p:extLst>
      <p:ext uri="{BB962C8B-B14F-4D97-AF65-F5344CB8AC3E}">
        <p14:creationId xmlns:p14="http://schemas.microsoft.com/office/powerpoint/2010/main" val="52358126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D02B35-D805-4C82-AC92-9C17E9DB6C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D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78C5FBD-7895-4229-B36D-489A6023C15E}"/>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ROOT CAUSE</a:t>
            </a:r>
          </a:p>
        </p:txBody>
      </p:sp>
      <p:sp>
        <p:nvSpPr>
          <p:cNvPr id="3" name="">
            <a:extLst xmlns:a="http://schemas.openxmlformats.org/drawingml/2006/main">
              <a:ext uri="{FF2B5EF4-FFF2-40B4-BE49-F238E27FC236}">
                <a16:creationId xmlns:a16="http://schemas.microsoft.com/office/drawing/2014/main" id="{D1CB4E71-9672-4775-B3CB-24A29C18C4C4}"/>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The parent routine and platform state machine disagreed about child concurrency</a:t>
            </a:r>
          </a:p>
        </p:txBody>
      </p:sp>
      <p:sp>
        <p:nvSpPr>
          <p:cNvPr id="4" name="">
            <a:extLst xmlns:a="http://schemas.openxmlformats.org/drawingml/2006/main">
              <a:ext uri="{FF2B5EF4-FFF2-40B4-BE49-F238E27FC236}">
                <a16:creationId xmlns:a16="http://schemas.microsoft.com/office/drawing/2014/main" id="{33F65E60-2FDF-4AA1-8D83-EA44916D5069}"/>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The pause point was a useful defect signal: routine intent said parallel; platform behavior said sequential.</a:t>
            </a:r>
          </a:p>
        </p:txBody>
      </p:sp>
      <p:sp>
        <p:nvSpPr>
          <p:cNvPr id="5" name="">
            <a:extLst xmlns:a="http://schemas.openxmlformats.org/drawingml/2006/main">
              <a:ext uri="{FF2B5EF4-FFF2-40B4-BE49-F238E27FC236}">
                <a16:creationId xmlns:a16="http://schemas.microsoft.com/office/drawing/2014/main" id="{CEF6DF78-0CCB-4EA8-809F-BF652F7FFE55}"/>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86EAA9E-344C-40FD-BDCE-19D629F13D19}"/>
              </a:ext>
            </a:extLst>
          </p:cNvPr>
          <p:cNvSpPr>
            <a:spLocks xmlns:a="http://schemas.openxmlformats.org/drawingml/2006/main" noGrp="1"/>
          </p:cNvSpPr>
          <p:nvPr/>
        </p:nvSpPr>
        <p:spPr>
          <a:xfrm xmlns:a="http://schemas.openxmlformats.org/drawingml/2006/main">
            <a:off x="819150" y="2076450"/>
            <a:ext cx="2705100" cy="1200150"/>
          </a:xfrm>
          <a:prstGeom xmlns:a="http://schemas.openxmlformats.org/drawingml/2006/main" prst="rect">
            <a:avLst/>
          </a:prstGeom>
          <a:solidFill xmlns:a="http://schemas.openxmlformats.org/drawingml/2006/main">
            <a:srgbClr val="F4EFE6"/>
          </a:solidFill>
          <a:ln xmlns:a="http://schemas.openxmlformats.org/drawingml/2006/main" w="9525">
            <a:solidFill>
              <a:srgbClr val="89C8BD"/>
            </a:solidFill>
            <a:prstDash val="solid"/>
          </a:ln>
        </p:spPr>
      </p:sp>
      <p:sp>
        <p:nvSpPr>
          <p:cNvPr id="7" name="">
            <a:extLst xmlns:a="http://schemas.openxmlformats.org/drawingml/2006/main">
              <a:ext uri="{FF2B5EF4-FFF2-40B4-BE49-F238E27FC236}">
                <a16:creationId xmlns:a16="http://schemas.microsoft.com/office/drawing/2014/main" id="{A963EC39-C48E-4DD6-920C-9786996F534E}"/>
              </a:ext>
            </a:extLst>
          </p:cNvPr>
          <p:cNvSpPr>
            <a:spLocks xmlns:a="http://schemas.openxmlformats.org/drawingml/2006/main" noGrp="1"/>
          </p:cNvSpPr>
          <p:nvPr/>
        </p:nvSpPr>
        <p:spPr>
          <a:xfrm xmlns:a="http://schemas.openxmlformats.org/drawingml/2006/main">
            <a:off x="1066800" y="232410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E6B61"/>
                </a:solidFill>
                <a:latin typeface="Aptos"/>
                <a:ea typeface="Aptos"/>
                <a:cs typeface="Aptos"/>
              </a:defRPr>
            </a:pPr>
            <a:r>
              <a:rPr sz="1275" b="1">
                <a:solidFill>
                  <a:srgbClr val="0E6B61"/>
                </a:solidFill>
                <a:latin typeface="Aptos"/>
                <a:ea typeface="Aptos"/>
                <a:cs typeface="Aptos"/>
              </a:rPr>
              <a:t>Routine plan</a:t>
            </a:r>
          </a:p>
        </p:txBody>
      </p:sp>
      <p:sp>
        <p:nvSpPr>
          <p:cNvPr id="8" name="">
            <a:extLst xmlns:a="http://schemas.openxmlformats.org/drawingml/2006/main">
              <a:ext uri="{FF2B5EF4-FFF2-40B4-BE49-F238E27FC236}">
                <a16:creationId xmlns:a16="http://schemas.microsoft.com/office/drawing/2014/main" id="{C7714768-F94B-4677-9FAB-6C343B14F783}"/>
              </a:ext>
            </a:extLst>
          </p:cNvPr>
          <p:cNvSpPr>
            <a:spLocks xmlns:a="http://schemas.openxmlformats.org/drawingml/2006/main" noGrp="1"/>
          </p:cNvSpPr>
          <p:nvPr/>
        </p:nvSpPr>
        <p:spPr>
          <a:xfrm xmlns:a="http://schemas.openxmlformats.org/drawingml/2006/main">
            <a:off x="1066800" y="2667000"/>
            <a:ext cx="2095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62021"/>
                </a:solidFill>
                <a:latin typeface="Aptos"/>
                <a:ea typeface="Aptos"/>
                <a:cs typeface="Aptos"/>
              </a:defRPr>
            </a:pPr>
            <a:r>
              <a:rPr sz="1050" b="0">
                <a:solidFill>
                  <a:srgbClr val="162021"/>
                </a:solidFill>
                <a:latin typeface="Aptos"/>
                <a:ea typeface="Aptos"/>
                <a:cs typeface="Aptos"/>
              </a:rPr>
              <a:t>Select INV-R-002 while INV-R-001 is still in flight, because the brief explicitly described parallel execution.</a:t>
            </a:r>
          </a:p>
        </p:txBody>
      </p:sp>
      <p:sp>
        <p:nvSpPr>
          <p:cNvPr id="9" name="">
            <a:extLst xmlns:a="http://schemas.openxmlformats.org/drawingml/2006/main">
              <a:ext uri="{FF2B5EF4-FFF2-40B4-BE49-F238E27FC236}">
                <a16:creationId xmlns:a16="http://schemas.microsoft.com/office/drawing/2014/main" id="{99B33808-480F-4D56-B5E0-FF334ED575E6}"/>
              </a:ext>
            </a:extLst>
          </p:cNvPr>
          <p:cNvSpPr>
            <a:spLocks xmlns:a="http://schemas.openxmlformats.org/drawingml/2006/main" noGrp="1"/>
          </p:cNvSpPr>
          <p:nvPr/>
        </p:nvSpPr>
        <p:spPr>
          <a:xfrm xmlns:a="http://schemas.openxmlformats.org/drawingml/2006/main">
            <a:off x="4762500" y="2076450"/>
            <a:ext cx="2705100" cy="1200150"/>
          </a:xfrm>
          <a:prstGeom xmlns:a="http://schemas.openxmlformats.org/drawingml/2006/main" prst="rect">
            <a:avLst/>
          </a:prstGeom>
          <a:solidFill xmlns:a="http://schemas.openxmlformats.org/drawingml/2006/main">
            <a:srgbClr val="F4EFE6"/>
          </a:solidFill>
          <a:ln xmlns:a="http://schemas.openxmlformats.org/drawingml/2006/main" w="9525">
            <a:solidFill>
              <a:srgbClr val="D8A437"/>
            </a:solidFill>
            <a:prstDash val="solid"/>
          </a:ln>
        </p:spPr>
      </p:sp>
      <p:sp>
        <p:nvSpPr>
          <p:cNvPr id="10" name="">
            <a:extLst xmlns:a="http://schemas.openxmlformats.org/drawingml/2006/main">
              <a:ext uri="{FF2B5EF4-FFF2-40B4-BE49-F238E27FC236}">
                <a16:creationId xmlns:a16="http://schemas.microsoft.com/office/drawing/2014/main" id="{2E53A0B4-3ACE-4BCD-BBB5-2B6F4F87C1F4}"/>
              </a:ext>
            </a:extLst>
          </p:cNvPr>
          <p:cNvSpPr>
            <a:spLocks xmlns:a="http://schemas.openxmlformats.org/drawingml/2006/main" noGrp="1"/>
          </p:cNvSpPr>
          <p:nvPr/>
        </p:nvSpPr>
        <p:spPr>
          <a:xfrm xmlns:a="http://schemas.openxmlformats.org/drawingml/2006/main">
            <a:off x="5010150" y="2324100"/>
            <a:ext cx="1809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B95F32"/>
                </a:solidFill>
                <a:latin typeface="Aptos"/>
                <a:ea typeface="Aptos"/>
                <a:cs typeface="Aptos"/>
              </a:defRPr>
            </a:pPr>
            <a:r>
              <a:rPr sz="1275" b="1">
                <a:solidFill>
                  <a:srgbClr val="B95F32"/>
                </a:solidFill>
                <a:latin typeface="Aptos"/>
                <a:ea typeface="Aptos"/>
                <a:cs typeface="Aptos"/>
              </a:rPr>
              <a:t>Actual platform rule</a:t>
            </a:r>
          </a:p>
        </p:txBody>
      </p:sp>
      <p:sp>
        <p:nvSpPr>
          <p:cNvPr id="11" name="">
            <a:extLst xmlns:a="http://schemas.openxmlformats.org/drawingml/2006/main">
              <a:ext uri="{FF2B5EF4-FFF2-40B4-BE49-F238E27FC236}">
                <a16:creationId xmlns:a16="http://schemas.microsoft.com/office/drawing/2014/main" id="{5B3BE9E2-4970-40D0-A681-BCF740420CCC}"/>
              </a:ext>
            </a:extLst>
          </p:cNvPr>
          <p:cNvSpPr>
            <a:spLocks xmlns:a="http://schemas.openxmlformats.org/drawingml/2006/main" noGrp="1"/>
          </p:cNvSpPr>
          <p:nvPr/>
        </p:nvSpPr>
        <p:spPr>
          <a:xfrm xmlns:a="http://schemas.openxmlformats.org/drawingml/2006/main">
            <a:off x="5010150" y="2667000"/>
            <a:ext cx="2095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62021"/>
                </a:solidFill>
                <a:latin typeface="Aptos"/>
                <a:ea typeface="Aptos"/>
                <a:cs typeface="Aptos"/>
              </a:defRPr>
            </a:pPr>
            <a:r>
              <a:rPr sz="1050" b="0">
                <a:solidFill>
                  <a:srgbClr val="162021"/>
                </a:solidFill>
                <a:latin typeface="Aptos"/>
                <a:ea typeface="Aptos"/>
                <a:cs typeface="Aptos"/>
              </a:rPr>
              <a:t>Reject create_child_run when another linked child remains unresolved.</a:t>
            </a:r>
          </a:p>
        </p:txBody>
      </p:sp>
      <p:sp>
        <p:nvSpPr>
          <p:cNvPr id="12" name="">
            <a:extLst xmlns:a="http://schemas.openxmlformats.org/drawingml/2006/main">
              <a:ext uri="{FF2B5EF4-FFF2-40B4-BE49-F238E27FC236}">
                <a16:creationId xmlns:a16="http://schemas.microsoft.com/office/drawing/2014/main" id="{BEEEDC1F-2F32-408C-B7B6-B5AA6A053E36}"/>
              </a:ext>
            </a:extLst>
          </p:cNvPr>
          <p:cNvSpPr>
            <a:spLocks xmlns:a="http://schemas.openxmlformats.org/drawingml/2006/main" noGrp="1"/>
          </p:cNvSpPr>
          <p:nvPr/>
        </p:nvSpPr>
        <p:spPr>
          <a:xfrm xmlns:a="http://schemas.openxmlformats.org/drawingml/2006/main">
            <a:off x="8705850" y="2076450"/>
            <a:ext cx="2705100" cy="1200150"/>
          </a:xfrm>
          <a:prstGeom xmlns:a="http://schemas.openxmlformats.org/drawingml/2006/main" prst="rect">
            <a:avLst/>
          </a:prstGeom>
          <a:solidFill xmlns:a="http://schemas.openxmlformats.org/drawingml/2006/main">
            <a:srgbClr val="F4EFE6"/>
          </a:solidFill>
          <a:ln xmlns:a="http://schemas.openxmlformats.org/drawingml/2006/main" w="9525">
            <a:solidFill>
              <a:srgbClr val="A63F3A"/>
            </a:solidFill>
            <a:prstDash val="solid"/>
          </a:ln>
        </p:spPr>
      </p:sp>
      <p:sp>
        <p:nvSpPr>
          <p:cNvPr id="13" name="">
            <a:extLst xmlns:a="http://schemas.openxmlformats.org/drawingml/2006/main">
              <a:ext uri="{FF2B5EF4-FFF2-40B4-BE49-F238E27FC236}">
                <a16:creationId xmlns:a16="http://schemas.microsoft.com/office/drawing/2014/main" id="{6D11D90A-FA41-4A75-8450-03B99ABCABD9}"/>
              </a:ext>
            </a:extLst>
          </p:cNvPr>
          <p:cNvSpPr>
            <a:spLocks xmlns:a="http://schemas.openxmlformats.org/drawingml/2006/main" noGrp="1"/>
          </p:cNvSpPr>
          <p:nvPr/>
        </p:nvSpPr>
        <p:spPr>
          <a:xfrm xmlns:a="http://schemas.openxmlformats.org/drawingml/2006/main">
            <a:off x="8953500" y="2324100"/>
            <a:ext cx="1714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A63F3A"/>
                </a:solidFill>
                <a:latin typeface="Aptos"/>
                <a:ea typeface="Aptos"/>
                <a:cs typeface="Aptos"/>
              </a:defRPr>
            </a:pPr>
            <a:r>
              <a:rPr sz="1275" b="1">
                <a:solidFill>
                  <a:srgbClr val="A63F3A"/>
                </a:solidFill>
                <a:latin typeface="Aptos"/>
                <a:ea typeface="Aptos"/>
                <a:cs typeface="Aptos"/>
              </a:rPr>
              <a:t>Observed result</a:t>
            </a:r>
          </a:p>
        </p:txBody>
      </p:sp>
      <p:sp>
        <p:nvSpPr>
          <p:cNvPr id="14" name="">
            <a:extLst xmlns:a="http://schemas.openxmlformats.org/drawingml/2006/main">
              <a:ext uri="{FF2B5EF4-FFF2-40B4-BE49-F238E27FC236}">
                <a16:creationId xmlns:a16="http://schemas.microsoft.com/office/drawing/2014/main" id="{9FD2CF9C-EFBF-405D-BD03-F2158AA4989A}"/>
              </a:ext>
            </a:extLst>
          </p:cNvPr>
          <p:cNvSpPr>
            <a:spLocks xmlns:a="http://schemas.openxmlformats.org/drawingml/2006/main" noGrp="1"/>
          </p:cNvSpPr>
          <p:nvPr/>
        </p:nvSpPr>
        <p:spPr>
          <a:xfrm xmlns:a="http://schemas.openxmlformats.org/drawingml/2006/main">
            <a:off x="8953500" y="2667000"/>
            <a:ext cx="20955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162021"/>
                </a:solidFill>
                <a:latin typeface="Aptos"/>
                <a:ea typeface="Aptos"/>
                <a:cs typeface="Aptos"/>
              </a:defRPr>
            </a:pPr>
            <a:r>
              <a:rPr sz="1050" b="0">
                <a:solidFill>
                  <a:srgbClr val="162021"/>
                </a:solidFill>
                <a:latin typeface="Aptos"/>
                <a:ea typeface="Aptos"/>
                <a:cs typeface="Aptos"/>
              </a:rPr>
              <a:t>Failed create attempt, then clarification request asking how to resolve the conflict.</a:t>
            </a:r>
          </a:p>
        </p:txBody>
      </p:sp>
      <p:sp>
        <p:nvSpPr>
          <p:cNvPr id="15" name="">
            <a:extLst xmlns:a="http://schemas.openxmlformats.org/drawingml/2006/main">
              <a:ext uri="{FF2B5EF4-FFF2-40B4-BE49-F238E27FC236}">
                <a16:creationId xmlns:a16="http://schemas.microsoft.com/office/drawing/2014/main" id="{98083654-AD56-4A47-BE43-56FDBFD3C316}"/>
              </a:ext>
            </a:extLst>
          </p:cNvPr>
          <p:cNvSpPr>
            <a:spLocks xmlns:a="http://schemas.openxmlformats.org/drawingml/2006/main" noGrp="1"/>
          </p:cNvSpPr>
          <p:nvPr/>
        </p:nvSpPr>
        <p:spPr>
          <a:xfrm xmlns:a="http://schemas.openxmlformats.org/drawingml/2006/main">
            <a:off x="3619500" y="2657475"/>
            <a:ext cx="990600" cy="38100"/>
          </a:xfrm>
          <a:prstGeom xmlns:a="http://schemas.openxmlformats.org/drawingml/2006/main" prst="rect">
            <a:avLst/>
          </a:prstGeom>
          <a:solidFill xmlns:a="http://schemas.openxmlformats.org/drawingml/2006/main">
            <a:srgbClr val="60706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F9D09BFD-CF0D-407D-B761-641D0A4D9A09}"/>
              </a:ext>
            </a:extLst>
          </p:cNvPr>
          <p:cNvSpPr>
            <a:spLocks xmlns:a="http://schemas.openxmlformats.org/drawingml/2006/main" noGrp="1"/>
          </p:cNvSpPr>
          <p:nvPr/>
        </p:nvSpPr>
        <p:spPr>
          <a:xfrm xmlns:a="http://schemas.openxmlformats.org/drawingml/2006/main">
            <a:off x="7562850" y="2657475"/>
            <a:ext cx="990600" cy="38100"/>
          </a:xfrm>
          <a:prstGeom xmlns:a="http://schemas.openxmlformats.org/drawingml/2006/main" prst="rect">
            <a:avLst/>
          </a:prstGeom>
          <a:solidFill xmlns:a="http://schemas.openxmlformats.org/drawingml/2006/main">
            <a:srgbClr val="60706B"/>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A4B655E8-8954-49A1-8EE7-AA3CD203811A}"/>
              </a:ext>
            </a:extLst>
          </p:cNvPr>
          <p:cNvSpPr>
            <a:spLocks xmlns:a="http://schemas.openxmlformats.org/drawingml/2006/main" noGrp="1"/>
          </p:cNvSpPr>
          <p:nvPr/>
        </p:nvSpPr>
        <p:spPr>
          <a:xfrm xmlns:a="http://schemas.openxmlformats.org/drawingml/2006/main">
            <a:off x="3810000" y="2381250"/>
            <a:ext cx="762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60706B"/>
                </a:solidFill>
                <a:latin typeface="Aptos"/>
                <a:ea typeface="Aptos"/>
                <a:cs typeface="Aptos"/>
              </a:defRPr>
            </a:pPr>
            <a:r>
              <a:rPr sz="825" b="1">
                <a:solidFill>
                  <a:srgbClr val="60706B"/>
                </a:solidFill>
                <a:latin typeface="Aptos"/>
                <a:ea typeface="Aptos"/>
                <a:cs typeface="Aptos"/>
              </a:rPr>
              <a:t>mismatch</a:t>
            </a:r>
          </a:p>
        </p:txBody>
      </p:sp>
      <p:sp>
        <p:nvSpPr>
          <p:cNvPr id="18" name="">
            <a:extLst xmlns:a="http://schemas.openxmlformats.org/drawingml/2006/main">
              <a:ext uri="{FF2B5EF4-FFF2-40B4-BE49-F238E27FC236}">
                <a16:creationId xmlns:a16="http://schemas.microsoft.com/office/drawing/2014/main" id="{6AB3FBF7-A114-4DBE-9CAA-0E57683CF7CF}"/>
              </a:ext>
            </a:extLst>
          </p:cNvPr>
          <p:cNvSpPr>
            <a:spLocks xmlns:a="http://schemas.openxmlformats.org/drawingml/2006/main" noGrp="1"/>
          </p:cNvSpPr>
          <p:nvPr/>
        </p:nvSpPr>
        <p:spPr>
          <a:xfrm xmlns:a="http://schemas.openxmlformats.org/drawingml/2006/main">
            <a:off x="7734300" y="2381250"/>
            <a:ext cx="762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60706B"/>
                </a:solidFill>
                <a:latin typeface="Aptos"/>
                <a:ea typeface="Aptos"/>
                <a:cs typeface="Aptos"/>
              </a:defRPr>
            </a:pPr>
            <a:r>
              <a:rPr sz="825" b="1">
                <a:solidFill>
                  <a:srgbClr val="60706B"/>
                </a:solidFill>
                <a:latin typeface="Aptos"/>
                <a:ea typeface="Aptos"/>
                <a:cs typeface="Aptos"/>
              </a:rPr>
              <a:t>pause</a:t>
            </a:r>
          </a:p>
        </p:txBody>
      </p:sp>
      <p:sp>
        <p:nvSpPr>
          <p:cNvPr id="19" name="">
            <a:extLst xmlns:a="http://schemas.openxmlformats.org/drawingml/2006/main">
              <a:ext uri="{FF2B5EF4-FFF2-40B4-BE49-F238E27FC236}">
                <a16:creationId xmlns:a16="http://schemas.microsoft.com/office/drawing/2014/main" id="{86918BAE-C5DE-4DF4-97D9-F12FE4986198}"/>
              </a:ext>
            </a:extLst>
          </p:cNvPr>
          <p:cNvSpPr>
            <a:spLocks xmlns:a="http://schemas.openxmlformats.org/drawingml/2006/main" noGrp="1"/>
          </p:cNvSpPr>
          <p:nvPr/>
        </p:nvSpPr>
        <p:spPr>
          <a:xfrm xmlns:a="http://schemas.openxmlformats.org/drawingml/2006/main">
            <a:off x="857250" y="4191000"/>
            <a:ext cx="10477500" cy="914400"/>
          </a:xfrm>
          <a:prstGeom xmlns:a="http://schemas.openxmlformats.org/drawingml/2006/main" prst="rect">
            <a:avLst/>
          </a:prstGeom>
          <a:solidFill xmlns:a="http://schemas.openxmlformats.org/drawingml/2006/main">
            <a:srgbClr val="14222A"/>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4E91D98A-3BD9-4850-B98F-5920362AC225}"/>
              </a:ext>
            </a:extLst>
          </p:cNvPr>
          <p:cNvSpPr>
            <a:spLocks xmlns:a="http://schemas.openxmlformats.org/drawingml/2006/main" noGrp="1"/>
          </p:cNvSpPr>
          <p:nvPr/>
        </p:nvSpPr>
        <p:spPr>
          <a:xfrm xmlns:a="http://schemas.openxmlformats.org/drawingml/2006/main">
            <a:off x="1123950" y="4438650"/>
            <a:ext cx="98298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a:ea typeface="Aptos"/>
                <a:cs typeface="Aptos"/>
              </a:defRPr>
            </a:pPr>
            <a:r>
              <a:rPr sz="1650" b="1">
                <a:solidFill>
                  <a:srgbClr val="FFFFFF"/>
                </a:solidFill>
                <a:latin typeface="Aptos"/>
                <a:ea typeface="Aptos"/>
                <a:cs typeface="Aptos"/>
              </a:rPr>
              <a:t>The fix is not to train the agent to be more patient. The platform needs to expose the concurrency invariant up front, and the routine needs to encode it before slice selection.</a:t>
            </a:r>
          </a:p>
        </p:txBody>
      </p:sp>
      <p:sp>
        <p:nvSpPr>
          <p:cNvPr id="21" name="">
            <a:extLst xmlns:a="http://schemas.openxmlformats.org/drawingml/2006/main">
              <a:ext uri="{FF2B5EF4-FFF2-40B4-BE49-F238E27FC236}">
                <a16:creationId xmlns:a16="http://schemas.microsoft.com/office/drawing/2014/main" id="{E750F988-F99D-4EA1-9DD4-A54597F48015}"/>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6CA91A6E-1704-41A8-960E-95D8C7ED0258}"/>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23" name="">
            <a:extLst xmlns:a="http://schemas.openxmlformats.org/drawingml/2006/main">
              <a:ext uri="{FF2B5EF4-FFF2-40B4-BE49-F238E27FC236}">
                <a16:creationId xmlns:a16="http://schemas.microsoft.com/office/drawing/2014/main" id="{F082FCCF-BF1D-4F38-AF94-1B122D1BBCD1}"/>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06</a:t>
            </a:r>
          </a:p>
        </p:txBody>
      </p:sp>
    </p:spTree>
    <p:extLst>
      <p:ext uri="{BB962C8B-B14F-4D97-AF65-F5344CB8AC3E}">
        <p14:creationId xmlns:p14="http://schemas.microsoft.com/office/powerpoint/2010/main" val="3895438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2E4AA9-061C-4986-BBA8-69F149070C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FD3B04F-4B4C-4F4B-B68B-C0EE99B0BACE}"/>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EVIDENCE LEDGER</a:t>
            </a:r>
          </a:p>
        </p:txBody>
      </p:sp>
      <p:sp>
        <p:nvSpPr>
          <p:cNvPr id="3" name="">
            <a:extLst xmlns:a="http://schemas.openxmlformats.org/drawingml/2006/main">
              <a:ext uri="{FF2B5EF4-FFF2-40B4-BE49-F238E27FC236}">
                <a16:creationId xmlns:a16="http://schemas.microsoft.com/office/drawing/2014/main" id="{1EE6349C-3F4A-43D5-BE77-99B8B1EB4D10}"/>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The run was wasteful, but it still proved several orchestration surfaces</a:t>
            </a:r>
          </a:p>
        </p:txBody>
      </p:sp>
      <p:sp>
        <p:nvSpPr>
          <p:cNvPr id="4" name="">
            <a:extLst xmlns:a="http://schemas.openxmlformats.org/drawingml/2006/main">
              <a:ext uri="{FF2B5EF4-FFF2-40B4-BE49-F238E27FC236}">
                <a16:creationId xmlns:a16="http://schemas.microsoft.com/office/drawing/2014/main" id="{06D6CE2C-D6EB-4C71-8A3C-23E2676B588F}"/>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Separate the good evidence from the process waste so the next run can keep the signal and remove the drag.</a:t>
            </a:r>
          </a:p>
        </p:txBody>
      </p:sp>
      <p:sp>
        <p:nvSpPr>
          <p:cNvPr id="5" name="">
            <a:extLst xmlns:a="http://schemas.openxmlformats.org/drawingml/2006/main">
              <a:ext uri="{FF2B5EF4-FFF2-40B4-BE49-F238E27FC236}">
                <a16:creationId xmlns:a16="http://schemas.microsoft.com/office/drawing/2014/main" id="{AE6394BB-A31B-4924-89DD-A38558EAF7E0}"/>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55A311B8-BAAF-4C45-8B86-362594E5BE69}"/>
              </a:ext>
            </a:extLst>
          </p:cNvPr>
          <p:cNvSpPr>
            <a:spLocks xmlns:a="http://schemas.openxmlformats.org/drawingml/2006/main" noGrp="1"/>
          </p:cNvSpPr>
          <p:nvPr/>
        </p:nvSpPr>
        <p:spPr>
          <a:xfrm xmlns:a="http://schemas.openxmlformats.org/drawingml/2006/main">
            <a:off x="781050" y="1924050"/>
            <a:ext cx="4953000" cy="3314700"/>
          </a:xfrm>
          <a:prstGeom xmlns:a="http://schemas.openxmlformats.org/drawingml/2006/main" prst="rect">
            <a:avLst/>
          </a:prstGeom>
          <a:solidFill xmlns:a="http://schemas.openxmlformats.org/drawingml/2006/main">
            <a:srgbClr val="EEF5EF"/>
          </a:solidFill>
          <a:ln xmlns:a="http://schemas.openxmlformats.org/drawingml/2006/main" w="9525">
            <a:solidFill>
              <a:srgbClr val="2C8A5A"/>
            </a:solidFill>
            <a:prstDash val="solid"/>
          </a:ln>
        </p:spPr>
      </p:sp>
      <p:sp>
        <p:nvSpPr>
          <p:cNvPr id="7" name="">
            <a:extLst xmlns:a="http://schemas.openxmlformats.org/drawingml/2006/main">
              <a:ext uri="{FF2B5EF4-FFF2-40B4-BE49-F238E27FC236}">
                <a16:creationId xmlns:a16="http://schemas.microsoft.com/office/drawing/2014/main" id="{7E1D1D04-C8E0-4363-B039-1C3054A1625A}"/>
              </a:ext>
            </a:extLst>
          </p:cNvPr>
          <p:cNvSpPr>
            <a:spLocks xmlns:a="http://schemas.openxmlformats.org/drawingml/2006/main" noGrp="1"/>
          </p:cNvSpPr>
          <p:nvPr/>
        </p:nvSpPr>
        <p:spPr>
          <a:xfrm xmlns:a="http://schemas.openxmlformats.org/drawingml/2006/main">
            <a:off x="1066800" y="2190750"/>
            <a:ext cx="952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2C8A5A"/>
                </a:solidFill>
                <a:latin typeface="Aptos"/>
                <a:ea typeface="Aptos"/>
                <a:cs typeface="Aptos"/>
              </a:defRPr>
            </a:pPr>
            <a:r>
              <a:rPr sz="1500" b="1">
                <a:solidFill>
                  <a:srgbClr val="2C8A5A"/>
                </a:solidFill>
                <a:latin typeface="Aptos"/>
                <a:ea typeface="Aptos"/>
                <a:cs typeface="Aptos"/>
              </a:rPr>
              <a:t>Keep</a:t>
            </a:r>
          </a:p>
        </p:txBody>
      </p:sp>
      <p:sp>
        <p:nvSpPr>
          <p:cNvPr id="8" name="">
            <a:extLst xmlns:a="http://schemas.openxmlformats.org/drawingml/2006/main">
              <a:ext uri="{FF2B5EF4-FFF2-40B4-BE49-F238E27FC236}">
                <a16:creationId xmlns:a16="http://schemas.microsoft.com/office/drawing/2014/main" id="{50104B13-DE05-4F58-8117-76A773CF388F}"/>
              </a:ext>
            </a:extLst>
          </p:cNvPr>
          <p:cNvSpPr>
            <a:spLocks xmlns:a="http://schemas.openxmlformats.org/drawingml/2006/main" noGrp="1"/>
          </p:cNvSpPr>
          <p:nvPr/>
        </p:nvSpPr>
        <p:spPr>
          <a:xfrm xmlns:a="http://schemas.openxmlformats.org/drawingml/2006/main">
            <a:off x="1123950" y="26479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Parent created a child from the investigation_only template.</a:t>
            </a:r>
          </a:p>
        </p:txBody>
      </p:sp>
      <p:sp>
        <p:nvSpPr>
          <p:cNvPr id="9" name="">
            <a:extLst xmlns:a="http://schemas.openxmlformats.org/drawingml/2006/main">
              <a:ext uri="{FF2B5EF4-FFF2-40B4-BE49-F238E27FC236}">
                <a16:creationId xmlns:a16="http://schemas.microsoft.com/office/drawing/2014/main" id="{61E14E8B-E581-40C7-AE68-C5C1018DB1F1}"/>
              </a:ext>
            </a:extLst>
          </p:cNvPr>
          <p:cNvSpPr>
            <a:spLocks xmlns:a="http://schemas.openxmlformats.org/drawingml/2006/main" noGrp="1"/>
          </p:cNvSpPr>
          <p:nvPr/>
        </p:nvSpPr>
        <p:spPr>
          <a:xfrm xmlns:a="http://schemas.openxmlformats.org/drawingml/2006/main">
            <a:off x="1123950" y="3095625"/>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Child start was enqueued automatically.</a:t>
            </a:r>
          </a:p>
        </p:txBody>
      </p:sp>
      <p:sp>
        <p:nvSpPr>
          <p:cNvPr id="10" name="">
            <a:extLst xmlns:a="http://schemas.openxmlformats.org/drawingml/2006/main">
              <a:ext uri="{FF2B5EF4-FFF2-40B4-BE49-F238E27FC236}">
                <a16:creationId xmlns:a16="http://schemas.microsoft.com/office/drawing/2014/main" id="{1DC8422E-BCED-45A8-9666-29CF9BE6CA59}"/>
              </a:ext>
            </a:extLst>
          </p:cNvPr>
          <p:cNvSpPr>
            <a:spLocks xmlns:a="http://schemas.openxmlformats.org/drawingml/2006/main" noGrp="1"/>
          </p:cNvSpPr>
          <p:nvPr/>
        </p:nvSpPr>
        <p:spPr>
          <a:xfrm xmlns:a="http://schemas.openxmlformats.org/drawingml/2006/main">
            <a:off x="1123950" y="354330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Child wrote schema-valid run.evidence.v1.</a:t>
            </a:r>
          </a:p>
        </p:txBody>
      </p:sp>
      <p:sp>
        <p:nvSpPr>
          <p:cNvPr id="11" name="">
            <a:extLst xmlns:a="http://schemas.openxmlformats.org/drawingml/2006/main">
              <a:ext uri="{FF2B5EF4-FFF2-40B4-BE49-F238E27FC236}">
                <a16:creationId xmlns:a16="http://schemas.microsoft.com/office/drawing/2014/main" id="{60DA8892-BAB5-410B-9D07-42363D12334B}"/>
              </a:ext>
            </a:extLst>
          </p:cNvPr>
          <p:cNvSpPr>
            <a:spLocks xmlns:a="http://schemas.openxmlformats.org/drawingml/2006/main" noGrp="1"/>
          </p:cNvSpPr>
          <p:nvPr/>
        </p:nvSpPr>
        <p:spPr>
          <a:xfrm xmlns:a="http://schemas.openxmlformats.org/drawingml/2006/main">
            <a:off x="1123950" y="3990975"/>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Parent fetched and refreshed evidence from child worktree.</a:t>
            </a:r>
          </a:p>
        </p:txBody>
      </p:sp>
      <p:sp>
        <p:nvSpPr>
          <p:cNvPr id="12" name="">
            <a:extLst xmlns:a="http://schemas.openxmlformats.org/drawingml/2006/main">
              <a:ext uri="{FF2B5EF4-FFF2-40B4-BE49-F238E27FC236}">
                <a16:creationId xmlns:a16="http://schemas.microsoft.com/office/drawing/2014/main" id="{3368F1EF-E56D-405A-8897-3D2751FC5598}"/>
              </a:ext>
            </a:extLst>
          </p:cNvPr>
          <p:cNvSpPr>
            <a:spLocks xmlns:a="http://schemas.openxmlformats.org/drawingml/2006/main" noGrp="1"/>
          </p:cNvSpPr>
          <p:nvPr/>
        </p:nvSpPr>
        <p:spPr>
          <a:xfrm xmlns:a="http://schemas.openxmlformats.org/drawingml/2006/main">
            <a:off x="1123950" y="44386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Pause surfaced a real state-machine/routine contract gap.</a:t>
            </a:r>
          </a:p>
        </p:txBody>
      </p:sp>
      <p:sp>
        <p:nvSpPr>
          <p:cNvPr id="13" name="">
            <a:extLst xmlns:a="http://schemas.openxmlformats.org/drawingml/2006/main">
              <a:ext uri="{FF2B5EF4-FFF2-40B4-BE49-F238E27FC236}">
                <a16:creationId xmlns:a16="http://schemas.microsoft.com/office/drawing/2014/main" id="{B844DF16-8C9B-4F4E-B4B0-927F193C03D7}"/>
              </a:ext>
            </a:extLst>
          </p:cNvPr>
          <p:cNvSpPr>
            <a:spLocks xmlns:a="http://schemas.openxmlformats.org/drawingml/2006/main" noGrp="1"/>
          </p:cNvSpPr>
          <p:nvPr/>
        </p:nvSpPr>
        <p:spPr>
          <a:xfrm xmlns:a="http://schemas.openxmlformats.org/drawingml/2006/main">
            <a:off x="6496050" y="1924050"/>
            <a:ext cx="4953000" cy="3314700"/>
          </a:xfrm>
          <a:prstGeom xmlns:a="http://schemas.openxmlformats.org/drawingml/2006/main" prst="rect">
            <a:avLst/>
          </a:prstGeom>
          <a:solidFill xmlns:a="http://schemas.openxmlformats.org/drawingml/2006/main">
            <a:srgbClr val="FBEDE6"/>
          </a:solidFill>
          <a:ln xmlns:a="http://schemas.openxmlformats.org/drawingml/2006/main" w="9525">
            <a:solidFill>
              <a:srgbClr val="B95F32"/>
            </a:solidFill>
            <a:prstDash val="solid"/>
          </a:ln>
        </p:spPr>
      </p:sp>
      <p:sp>
        <p:nvSpPr>
          <p:cNvPr id="14" name="">
            <a:extLst xmlns:a="http://schemas.openxmlformats.org/drawingml/2006/main">
              <a:ext uri="{FF2B5EF4-FFF2-40B4-BE49-F238E27FC236}">
                <a16:creationId xmlns:a16="http://schemas.microsoft.com/office/drawing/2014/main" id="{482056F1-59C5-41B9-A059-1CECFC3FC07D}"/>
              </a:ext>
            </a:extLst>
          </p:cNvPr>
          <p:cNvSpPr>
            <a:spLocks xmlns:a="http://schemas.openxmlformats.org/drawingml/2006/main" noGrp="1"/>
          </p:cNvSpPr>
          <p:nvPr/>
        </p:nvSpPr>
        <p:spPr>
          <a:xfrm xmlns:a="http://schemas.openxmlformats.org/drawingml/2006/main">
            <a:off x="6781800" y="2190750"/>
            <a:ext cx="114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B95F32"/>
                </a:solidFill>
                <a:latin typeface="Aptos"/>
                <a:ea typeface="Aptos"/>
                <a:cs typeface="Aptos"/>
              </a:defRPr>
            </a:pPr>
            <a:r>
              <a:rPr sz="1500" b="1">
                <a:solidFill>
                  <a:srgbClr val="B95F32"/>
                </a:solidFill>
                <a:latin typeface="Aptos"/>
                <a:ea typeface="Aptos"/>
                <a:cs typeface="Aptos"/>
              </a:rPr>
              <a:t>Remove</a:t>
            </a:r>
          </a:p>
        </p:txBody>
      </p:sp>
      <p:sp>
        <p:nvSpPr>
          <p:cNvPr id="15" name="">
            <a:extLst xmlns:a="http://schemas.openxmlformats.org/drawingml/2006/main">
              <a:ext uri="{FF2B5EF4-FFF2-40B4-BE49-F238E27FC236}">
                <a16:creationId xmlns:a16="http://schemas.microsoft.com/office/drawing/2014/main" id="{57013814-DB68-457B-AFFD-344D19856DD2}"/>
              </a:ext>
            </a:extLst>
          </p:cNvPr>
          <p:cNvSpPr>
            <a:spLocks xmlns:a="http://schemas.openxmlformats.org/drawingml/2006/main" noGrp="1"/>
          </p:cNvSpPr>
          <p:nvPr/>
        </p:nvSpPr>
        <p:spPr>
          <a:xfrm xmlns:a="http://schemas.openxmlformats.org/drawingml/2006/main">
            <a:off x="6838950" y="26479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Large Markdown state repeated through every fresh phase.</a:t>
            </a:r>
          </a:p>
        </p:txBody>
      </p:sp>
      <p:sp>
        <p:nvSpPr>
          <p:cNvPr id="16" name="">
            <a:extLst xmlns:a="http://schemas.openxmlformats.org/drawingml/2006/main">
              <a:ext uri="{FF2B5EF4-FFF2-40B4-BE49-F238E27FC236}">
                <a16:creationId xmlns:a16="http://schemas.microsoft.com/office/drawing/2014/main" id="{485F8F19-846E-4098-89C2-F5C57572C88D}"/>
              </a:ext>
            </a:extLst>
          </p:cNvPr>
          <p:cNvSpPr>
            <a:spLocks xmlns:a="http://schemas.openxmlformats.org/drawingml/2006/main" noGrp="1"/>
          </p:cNvSpPr>
          <p:nvPr/>
        </p:nvSpPr>
        <p:spPr>
          <a:xfrm xmlns:a="http://schemas.openxmlformats.org/drawingml/2006/main">
            <a:off x="6838950" y="3095625"/>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Child evidence readiness confused with terminal acceptance readiness.</a:t>
            </a:r>
          </a:p>
        </p:txBody>
      </p:sp>
      <p:sp>
        <p:nvSpPr>
          <p:cNvPr id="17" name="">
            <a:extLst xmlns:a="http://schemas.openxmlformats.org/drawingml/2006/main">
              <a:ext uri="{FF2B5EF4-FFF2-40B4-BE49-F238E27FC236}">
                <a16:creationId xmlns:a16="http://schemas.microsoft.com/office/drawing/2014/main" id="{9C9C832F-63B3-47D0-B7B0-D84197C2FB03}"/>
              </a:ext>
            </a:extLst>
          </p:cNvPr>
          <p:cNvSpPr>
            <a:spLocks xmlns:a="http://schemas.openxmlformats.org/drawingml/2006/main" noGrp="1"/>
          </p:cNvSpPr>
          <p:nvPr/>
        </p:nvSpPr>
        <p:spPr>
          <a:xfrm xmlns:a="http://schemas.openxmlformats.org/drawingml/2006/main">
            <a:off x="6838950" y="354330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Second-child selection before resolving first child.</a:t>
            </a:r>
          </a:p>
        </p:txBody>
      </p:sp>
      <p:sp>
        <p:nvSpPr>
          <p:cNvPr id="18" name="">
            <a:extLst xmlns:a="http://schemas.openxmlformats.org/drawingml/2006/main">
              <a:ext uri="{FF2B5EF4-FFF2-40B4-BE49-F238E27FC236}">
                <a16:creationId xmlns:a16="http://schemas.microsoft.com/office/drawing/2014/main" id="{184EA7EA-AAF6-41EC-9DBD-99CC3199D173}"/>
              </a:ext>
            </a:extLst>
          </p:cNvPr>
          <p:cNvSpPr>
            <a:spLocks xmlns:a="http://schemas.openxmlformats.org/drawingml/2006/main" noGrp="1"/>
          </p:cNvSpPr>
          <p:nvPr/>
        </p:nvSpPr>
        <p:spPr>
          <a:xfrm xmlns:a="http://schemas.openxmlformats.org/drawingml/2006/main">
            <a:off x="6838950" y="3990975"/>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High-end model used for deterministic MCP bookkeeping.</a:t>
            </a:r>
          </a:p>
        </p:txBody>
      </p:sp>
      <p:sp>
        <p:nvSpPr>
          <p:cNvPr id="19" name="">
            <a:extLst xmlns:a="http://schemas.openxmlformats.org/drawingml/2006/main">
              <a:ext uri="{FF2B5EF4-FFF2-40B4-BE49-F238E27FC236}">
                <a16:creationId xmlns:a16="http://schemas.microsoft.com/office/drawing/2014/main" id="{2A76A15D-BAAA-418A-8993-60611EF58E24}"/>
              </a:ext>
            </a:extLst>
          </p:cNvPr>
          <p:cNvSpPr>
            <a:spLocks xmlns:a="http://schemas.openxmlformats.org/drawingml/2006/main" noGrp="1"/>
          </p:cNvSpPr>
          <p:nvPr/>
        </p:nvSpPr>
        <p:spPr>
          <a:xfrm xmlns:a="http://schemas.openxmlformats.org/drawingml/2006/main">
            <a:off x="6838950" y="4438650"/>
            <a:ext cx="4095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162021"/>
                </a:solidFill>
                <a:latin typeface="Aptos"/>
                <a:ea typeface="Aptos"/>
                <a:cs typeface="Aptos"/>
              </a:defRPr>
            </a:pPr>
            <a:r>
              <a:rPr sz="1200" b="0">
                <a:solidFill>
                  <a:srgbClr val="162021"/>
                </a:solidFill>
                <a:latin typeface="Aptos"/>
                <a:ea typeface="Aptos"/>
                <a:cs typeface="Aptos"/>
              </a:rPr>
              <a:t>Tool schema error consumed an extra clarification turn.</a:t>
            </a:r>
          </a:p>
        </p:txBody>
      </p:sp>
      <p:sp>
        <p:nvSpPr>
          <p:cNvPr id="20" name="">
            <a:extLst xmlns:a="http://schemas.openxmlformats.org/drawingml/2006/main">
              <a:ext uri="{FF2B5EF4-FFF2-40B4-BE49-F238E27FC236}">
                <a16:creationId xmlns:a16="http://schemas.microsoft.com/office/drawing/2014/main" id="{3C9A2771-9CB3-4F94-8366-4E457DF97F83}"/>
              </a:ext>
            </a:extLst>
          </p:cNvPr>
          <p:cNvSpPr>
            <a:spLocks xmlns:a="http://schemas.openxmlformats.org/drawingml/2006/main" noGrp="1"/>
          </p:cNvSpPr>
          <p:nvPr/>
        </p:nvSpPr>
        <p:spPr>
          <a:xfrm xmlns:a="http://schemas.openxmlformats.org/drawingml/2006/main">
            <a:off x="800100" y="5734050"/>
            <a:ext cx="15240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E6B61"/>
                </a:solidFill>
                <a:latin typeface="Aptos"/>
                <a:ea typeface="Aptos"/>
                <a:cs typeface="Aptos"/>
              </a:defRPr>
            </a:pPr>
            <a:r>
              <a:rPr sz="975" b="1">
                <a:solidFill>
                  <a:srgbClr val="0E6B61"/>
                </a:solidFill>
                <a:latin typeface="Aptos"/>
                <a:ea typeface="Aptos"/>
                <a:cs typeface="Aptos"/>
              </a:rPr>
              <a:t>Decision principle</a:t>
            </a:r>
          </a:p>
        </p:txBody>
      </p:sp>
      <p:sp>
        <p:nvSpPr>
          <p:cNvPr id="21" name="">
            <a:extLst xmlns:a="http://schemas.openxmlformats.org/drawingml/2006/main">
              <a:ext uri="{FF2B5EF4-FFF2-40B4-BE49-F238E27FC236}">
                <a16:creationId xmlns:a16="http://schemas.microsoft.com/office/drawing/2014/main" id="{E9198161-7BB6-4B73-B630-3815103E714C}"/>
              </a:ext>
            </a:extLst>
          </p:cNvPr>
          <p:cNvSpPr>
            <a:spLocks xmlns:a="http://schemas.openxmlformats.org/drawingml/2006/main" noGrp="1"/>
          </p:cNvSpPr>
          <p:nvPr/>
        </p:nvSpPr>
        <p:spPr>
          <a:xfrm xmlns:a="http://schemas.openxmlformats.org/drawingml/2006/main">
            <a:off x="2362200" y="5715000"/>
            <a:ext cx="819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162021"/>
                </a:solidFill>
                <a:latin typeface="Aptos"/>
                <a:ea typeface="Aptos"/>
                <a:cs typeface="Aptos"/>
              </a:defRPr>
            </a:pPr>
            <a:r>
              <a:rPr sz="1125" b="0">
                <a:solidFill>
                  <a:srgbClr val="162021"/>
                </a:solidFill>
                <a:latin typeface="Aptos"/>
                <a:ea typeface="Aptos"/>
                <a:cs typeface="Aptos"/>
              </a:rPr>
              <a:t>Treat orchestration evidence as a compact ledger with explicit state flags; keep rich Markdown as human-readable audit material, not as the repeated working prompt.</a:t>
            </a:r>
          </a:p>
        </p:txBody>
      </p:sp>
      <p:sp>
        <p:nvSpPr>
          <p:cNvPr id="22" name="">
            <a:extLst xmlns:a="http://schemas.openxmlformats.org/drawingml/2006/main">
              <a:ext uri="{FF2B5EF4-FFF2-40B4-BE49-F238E27FC236}">
                <a16:creationId xmlns:a16="http://schemas.microsoft.com/office/drawing/2014/main" id="{23720EF8-CFCF-4F31-9B62-708F4DC3F9A7}"/>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A37691A-B9C4-4B27-B8E8-7363F463FBC8}"/>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24" name="">
            <a:extLst xmlns:a="http://schemas.openxmlformats.org/drawingml/2006/main">
              <a:ext uri="{FF2B5EF4-FFF2-40B4-BE49-F238E27FC236}">
                <a16:creationId xmlns:a16="http://schemas.microsoft.com/office/drawing/2014/main" id="{8DF2C2B7-9FB3-4A34-873E-FBBFC96B8D2D}"/>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07</a:t>
            </a:r>
          </a:p>
        </p:txBody>
      </p:sp>
    </p:spTree>
    <p:extLst>
      <p:ext uri="{BB962C8B-B14F-4D97-AF65-F5344CB8AC3E}">
        <p14:creationId xmlns:p14="http://schemas.microsoft.com/office/powerpoint/2010/main" val="65977458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37D5FD6-31AA-47F4-8A64-3A763238E7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D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889B273-F5C3-4189-A5DB-194DDA0ED213}"/>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CONTROLS</a:t>
            </a:r>
          </a:p>
        </p:txBody>
      </p:sp>
      <p:sp>
        <p:nvSpPr>
          <p:cNvPr id="3" name="">
            <a:extLst xmlns:a="http://schemas.openxmlformats.org/drawingml/2006/main">
              <a:ext uri="{FF2B5EF4-FFF2-40B4-BE49-F238E27FC236}">
                <a16:creationId xmlns:a16="http://schemas.microsoft.com/office/drawing/2014/main" id="{65017FCF-4863-455C-92FF-E35A27B8F57E}"/>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Four changes would cut most repeat waste in the next run</a:t>
            </a:r>
          </a:p>
        </p:txBody>
      </p:sp>
      <p:sp>
        <p:nvSpPr>
          <p:cNvPr id="4" name="">
            <a:extLst xmlns:a="http://schemas.openxmlformats.org/drawingml/2006/main">
              <a:ext uri="{FF2B5EF4-FFF2-40B4-BE49-F238E27FC236}">
                <a16:creationId xmlns:a16="http://schemas.microsoft.com/office/drawing/2014/main" id="{AC212212-54B3-4815-875E-01BF01217025}"/>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The controls are small relative to the amount of recurring token and call spend they prevent.</a:t>
            </a:r>
          </a:p>
        </p:txBody>
      </p:sp>
      <p:sp>
        <p:nvSpPr>
          <p:cNvPr id="5" name="">
            <a:extLst xmlns:a="http://schemas.openxmlformats.org/drawingml/2006/main">
              <a:ext uri="{FF2B5EF4-FFF2-40B4-BE49-F238E27FC236}">
                <a16:creationId xmlns:a16="http://schemas.microsoft.com/office/drawing/2014/main" id="{5F42A455-D27E-4EBB-8D7E-C489BD1E98EF}"/>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8A0665E-ED02-43D8-9E8C-C7E2114CA829}"/>
              </a:ext>
            </a:extLst>
          </p:cNvPr>
          <p:cNvSpPr>
            <a:spLocks xmlns:a="http://schemas.openxmlformats.org/drawingml/2006/main" noGrp="1"/>
          </p:cNvSpPr>
          <p:nvPr/>
        </p:nvSpPr>
        <p:spPr>
          <a:xfrm xmlns:a="http://schemas.openxmlformats.org/drawingml/2006/main">
            <a:off x="742950" y="1905000"/>
            <a:ext cx="4762500" cy="1257300"/>
          </a:xfrm>
          <a:prstGeom xmlns:a="http://schemas.openxmlformats.org/drawingml/2006/main" prst="rect">
            <a:avLst/>
          </a:prstGeom>
          <a:solidFill xmlns:a="http://schemas.openxmlformats.org/drawingml/2006/main">
            <a:srgbClr val="EEF5F2"/>
          </a:solidFill>
          <a:ln xmlns:a="http://schemas.openxmlformats.org/drawingml/2006/main" w="9525">
            <a:solidFill>
              <a:srgbClr val="89C8BD"/>
            </a:solidFill>
            <a:prstDash val="solid"/>
          </a:ln>
        </p:spPr>
      </p:sp>
      <p:sp>
        <p:nvSpPr>
          <p:cNvPr id="7" name="">
            <a:extLst xmlns:a="http://schemas.openxmlformats.org/drawingml/2006/main">
              <a:ext uri="{FF2B5EF4-FFF2-40B4-BE49-F238E27FC236}">
                <a16:creationId xmlns:a16="http://schemas.microsoft.com/office/drawing/2014/main" id="{894D0C12-9242-4102-8116-C4DD6BCE75F4}"/>
              </a:ext>
            </a:extLst>
          </p:cNvPr>
          <p:cNvSpPr>
            <a:spLocks xmlns:a="http://schemas.openxmlformats.org/drawingml/2006/main" noGrp="1"/>
          </p:cNvSpPr>
          <p:nvPr/>
        </p:nvSpPr>
        <p:spPr>
          <a:xfrm xmlns:a="http://schemas.openxmlformats.org/drawingml/2006/main">
            <a:off x="952500" y="2133600"/>
            <a:ext cx="419100" cy="4191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49A0958-831C-4CEC-B723-407AC23D67BF}"/>
              </a:ext>
            </a:extLst>
          </p:cNvPr>
          <p:cNvSpPr>
            <a:spLocks xmlns:a="http://schemas.openxmlformats.org/drawingml/2006/main" noGrp="1"/>
          </p:cNvSpPr>
          <p:nvPr/>
        </p:nvSpPr>
        <p:spPr>
          <a:xfrm xmlns:a="http://schemas.openxmlformats.org/drawingml/2006/main">
            <a:off x="952500" y="2190750"/>
            <a:ext cx="4191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1</a:t>
            </a:r>
          </a:p>
        </p:txBody>
      </p:sp>
      <p:sp>
        <p:nvSpPr>
          <p:cNvPr id="9" name="">
            <a:extLst xmlns:a="http://schemas.openxmlformats.org/drawingml/2006/main">
              <a:ext uri="{FF2B5EF4-FFF2-40B4-BE49-F238E27FC236}">
                <a16:creationId xmlns:a16="http://schemas.microsoft.com/office/drawing/2014/main" id="{31B2D5C2-07B4-46F7-835C-F41D5A479579}"/>
              </a:ext>
            </a:extLst>
          </p:cNvPr>
          <p:cNvSpPr>
            <a:spLocks xmlns:a="http://schemas.openxmlformats.org/drawingml/2006/main" noGrp="1"/>
          </p:cNvSpPr>
          <p:nvPr/>
        </p:nvSpPr>
        <p:spPr>
          <a:xfrm xmlns:a="http://schemas.openxmlformats.org/drawingml/2006/main">
            <a:off x="1543050" y="2114550"/>
            <a:ext cx="2952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Compact parent state</a:t>
            </a:r>
          </a:p>
        </p:txBody>
      </p:sp>
      <p:sp>
        <p:nvSpPr>
          <p:cNvPr id="10" name="">
            <a:extLst xmlns:a="http://schemas.openxmlformats.org/drawingml/2006/main">
              <a:ext uri="{FF2B5EF4-FFF2-40B4-BE49-F238E27FC236}">
                <a16:creationId xmlns:a16="http://schemas.microsoft.com/office/drawing/2014/main" id="{ABA8169D-4ED5-49FE-908A-4301CEF03908}"/>
              </a:ext>
            </a:extLst>
          </p:cNvPr>
          <p:cNvSpPr>
            <a:spLocks xmlns:a="http://schemas.openxmlformats.org/drawingml/2006/main" noGrp="1"/>
          </p:cNvSpPr>
          <p:nvPr/>
        </p:nvSpPr>
        <p:spPr>
          <a:xfrm xmlns:a="http://schemas.openxmlformats.org/drawingml/2006/main">
            <a:off x="4572000" y="213360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60706B"/>
                </a:solidFill>
                <a:latin typeface="Aptos"/>
                <a:ea typeface="Aptos"/>
                <a:cs typeface="Aptos"/>
              </a:defRPr>
            </a:pPr>
            <a:r>
              <a:rPr sz="788" b="1">
                <a:solidFill>
                  <a:srgbClr val="60706B"/>
                </a:solidFill>
                <a:latin typeface="Aptos"/>
                <a:ea typeface="Aptos"/>
                <a:cs typeface="Aptos"/>
              </a:rPr>
              <a:t>Impact: High</a:t>
            </a:r>
          </a:p>
        </p:txBody>
      </p:sp>
      <p:sp>
        <p:nvSpPr>
          <p:cNvPr id="11" name="">
            <a:extLst xmlns:a="http://schemas.openxmlformats.org/drawingml/2006/main">
              <a:ext uri="{FF2B5EF4-FFF2-40B4-BE49-F238E27FC236}">
                <a16:creationId xmlns:a16="http://schemas.microsoft.com/office/drawing/2014/main" id="{B20E1C88-7FF2-4E04-B643-2B1D94B020A5}"/>
              </a:ext>
            </a:extLst>
          </p:cNvPr>
          <p:cNvSpPr>
            <a:spLocks xmlns:a="http://schemas.openxmlformats.org/drawingml/2006/main" noGrp="1"/>
          </p:cNvSpPr>
          <p:nvPr/>
        </p:nvSpPr>
        <p:spPr>
          <a:xfrm xmlns:a="http://schemas.openxmlformats.org/drawingml/2006/main">
            <a:off x="1543050" y="2438400"/>
            <a:ext cx="3476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62021"/>
                </a:solidFill>
                <a:latin typeface="Aptos"/>
                <a:ea typeface="Aptos"/>
                <a:cs typeface="Aptos"/>
              </a:defRPr>
            </a:pPr>
            <a:r>
              <a:rPr sz="1013" b="0">
                <a:solidFill>
                  <a:srgbClr val="162021"/>
                </a:solidFill>
                <a:latin typeface="Aptos"/>
                <a:ea typeface="Aptos"/>
                <a:cs typeface="Aptos"/>
              </a:rPr>
              <a:t>Persist a machine ledger with active child id, evidence-ready flag, terminal flag, merge queue, unresolved inventory, and next allowed action.</a:t>
            </a:r>
          </a:p>
        </p:txBody>
      </p:sp>
      <p:sp>
        <p:nvSpPr>
          <p:cNvPr id="12" name="">
            <a:extLst xmlns:a="http://schemas.openxmlformats.org/drawingml/2006/main">
              <a:ext uri="{FF2B5EF4-FFF2-40B4-BE49-F238E27FC236}">
                <a16:creationId xmlns:a16="http://schemas.microsoft.com/office/drawing/2014/main" id="{FA87B0BD-6E22-457A-8078-0442F7AD2ADC}"/>
              </a:ext>
            </a:extLst>
          </p:cNvPr>
          <p:cNvSpPr>
            <a:spLocks xmlns:a="http://schemas.openxmlformats.org/drawingml/2006/main" noGrp="1"/>
          </p:cNvSpPr>
          <p:nvPr/>
        </p:nvSpPr>
        <p:spPr>
          <a:xfrm xmlns:a="http://schemas.openxmlformats.org/drawingml/2006/main">
            <a:off x="6172200" y="1905000"/>
            <a:ext cx="4762500" cy="1257300"/>
          </a:xfrm>
          <a:prstGeom xmlns:a="http://schemas.openxmlformats.org/drawingml/2006/main" prst="rect">
            <a:avLst/>
          </a:prstGeom>
          <a:solidFill xmlns:a="http://schemas.openxmlformats.org/drawingml/2006/main">
            <a:srgbClr val="F7EFE5"/>
          </a:solidFill>
          <a:ln xmlns:a="http://schemas.openxmlformats.org/drawingml/2006/main" w="9525">
            <a:solidFill>
              <a:srgbClr val="D8A437"/>
            </a:solidFill>
            <a:prstDash val="solid"/>
          </a:ln>
        </p:spPr>
      </p:sp>
      <p:sp>
        <p:nvSpPr>
          <p:cNvPr id="13" name="">
            <a:extLst xmlns:a="http://schemas.openxmlformats.org/drawingml/2006/main">
              <a:ext uri="{FF2B5EF4-FFF2-40B4-BE49-F238E27FC236}">
                <a16:creationId xmlns:a16="http://schemas.microsoft.com/office/drawing/2014/main" id="{35BF4A03-2B1E-4478-89C4-DA90D5730CCF}"/>
              </a:ext>
            </a:extLst>
          </p:cNvPr>
          <p:cNvSpPr>
            <a:spLocks xmlns:a="http://schemas.openxmlformats.org/drawingml/2006/main" noGrp="1"/>
          </p:cNvSpPr>
          <p:nvPr/>
        </p:nvSpPr>
        <p:spPr>
          <a:xfrm xmlns:a="http://schemas.openxmlformats.org/drawingml/2006/main">
            <a:off x="6381750" y="2133600"/>
            <a:ext cx="419100" cy="419100"/>
          </a:xfrm>
          <a:prstGeom xmlns:a="http://schemas.openxmlformats.org/drawingml/2006/main" prst="rect">
            <a:avLst/>
          </a:prstGeom>
          <a:solidFill xmlns:a="http://schemas.openxmlformats.org/drawingml/2006/main">
            <a:srgbClr val="B95F32"/>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AF4432E-9A20-43F1-BA56-BBAB782EA743}"/>
              </a:ext>
            </a:extLst>
          </p:cNvPr>
          <p:cNvSpPr>
            <a:spLocks xmlns:a="http://schemas.openxmlformats.org/drawingml/2006/main" noGrp="1"/>
          </p:cNvSpPr>
          <p:nvPr/>
        </p:nvSpPr>
        <p:spPr>
          <a:xfrm xmlns:a="http://schemas.openxmlformats.org/drawingml/2006/main">
            <a:off x="6381750" y="2190750"/>
            <a:ext cx="4191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2</a:t>
            </a:r>
          </a:p>
        </p:txBody>
      </p:sp>
      <p:sp>
        <p:nvSpPr>
          <p:cNvPr id="15" name="">
            <a:extLst xmlns:a="http://schemas.openxmlformats.org/drawingml/2006/main">
              <a:ext uri="{FF2B5EF4-FFF2-40B4-BE49-F238E27FC236}">
                <a16:creationId xmlns:a16="http://schemas.microsoft.com/office/drawing/2014/main" id="{FE2C9023-5B51-4AF8-9AE8-8095F1D9EC54}"/>
              </a:ext>
            </a:extLst>
          </p:cNvPr>
          <p:cNvSpPr>
            <a:spLocks xmlns:a="http://schemas.openxmlformats.org/drawingml/2006/main" noGrp="1"/>
          </p:cNvSpPr>
          <p:nvPr/>
        </p:nvSpPr>
        <p:spPr>
          <a:xfrm xmlns:a="http://schemas.openxmlformats.org/drawingml/2006/main">
            <a:off x="6972300" y="2114550"/>
            <a:ext cx="2952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Sequential child gate</a:t>
            </a:r>
          </a:p>
        </p:txBody>
      </p:sp>
      <p:sp>
        <p:nvSpPr>
          <p:cNvPr id="16" name="">
            <a:extLst xmlns:a="http://schemas.openxmlformats.org/drawingml/2006/main">
              <a:ext uri="{FF2B5EF4-FFF2-40B4-BE49-F238E27FC236}">
                <a16:creationId xmlns:a16="http://schemas.microsoft.com/office/drawing/2014/main" id="{8C15A648-6A5D-4B89-98D2-11D9C73CD256}"/>
              </a:ext>
            </a:extLst>
          </p:cNvPr>
          <p:cNvSpPr>
            <a:spLocks xmlns:a="http://schemas.openxmlformats.org/drawingml/2006/main" noGrp="1"/>
          </p:cNvSpPr>
          <p:nvPr/>
        </p:nvSpPr>
        <p:spPr>
          <a:xfrm xmlns:a="http://schemas.openxmlformats.org/drawingml/2006/main">
            <a:off x="10001250" y="213360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60706B"/>
                </a:solidFill>
                <a:latin typeface="Aptos"/>
                <a:ea typeface="Aptos"/>
                <a:cs typeface="Aptos"/>
              </a:defRPr>
            </a:pPr>
            <a:r>
              <a:rPr sz="788" b="1">
                <a:solidFill>
                  <a:srgbClr val="60706B"/>
                </a:solidFill>
                <a:latin typeface="Aptos"/>
                <a:ea typeface="Aptos"/>
                <a:cs typeface="Aptos"/>
              </a:rPr>
              <a:t>Impact: High</a:t>
            </a:r>
          </a:p>
        </p:txBody>
      </p:sp>
      <p:sp>
        <p:nvSpPr>
          <p:cNvPr id="17" name="">
            <a:extLst xmlns:a="http://schemas.openxmlformats.org/drawingml/2006/main">
              <a:ext uri="{FF2B5EF4-FFF2-40B4-BE49-F238E27FC236}">
                <a16:creationId xmlns:a16="http://schemas.microsoft.com/office/drawing/2014/main" id="{BBD64329-D755-4869-8983-2C8179105B9F}"/>
              </a:ext>
            </a:extLst>
          </p:cNvPr>
          <p:cNvSpPr>
            <a:spLocks xmlns:a="http://schemas.openxmlformats.org/drawingml/2006/main" noGrp="1"/>
          </p:cNvSpPr>
          <p:nvPr/>
        </p:nvSpPr>
        <p:spPr>
          <a:xfrm xmlns:a="http://schemas.openxmlformats.org/drawingml/2006/main">
            <a:off x="6972300" y="2438400"/>
            <a:ext cx="3476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62021"/>
                </a:solidFill>
                <a:latin typeface="Aptos"/>
                <a:ea typeface="Aptos"/>
                <a:cs typeface="Aptos"/>
              </a:defRPr>
            </a:pPr>
            <a:r>
              <a:rPr sz="1013" b="0">
                <a:solidFill>
                  <a:srgbClr val="162021"/>
                </a:solidFill>
                <a:latin typeface="Aptos"/>
                <a:ea typeface="Aptos"/>
                <a:cs typeface="Aptos"/>
              </a:rPr>
              <a:t>Block SP-02 from selecting a new child while any linked child is unresolved unless the routine declares supported concurrency.</a:t>
            </a:r>
          </a:p>
        </p:txBody>
      </p:sp>
      <p:sp>
        <p:nvSpPr>
          <p:cNvPr id="18" name="">
            <a:extLst xmlns:a="http://schemas.openxmlformats.org/drawingml/2006/main">
              <a:ext uri="{FF2B5EF4-FFF2-40B4-BE49-F238E27FC236}">
                <a16:creationId xmlns:a16="http://schemas.microsoft.com/office/drawing/2014/main" id="{47DC12C3-46A2-4F1B-BB27-934454BE5D5A}"/>
              </a:ext>
            </a:extLst>
          </p:cNvPr>
          <p:cNvSpPr>
            <a:spLocks xmlns:a="http://schemas.openxmlformats.org/drawingml/2006/main" noGrp="1"/>
          </p:cNvSpPr>
          <p:nvPr/>
        </p:nvSpPr>
        <p:spPr>
          <a:xfrm xmlns:a="http://schemas.openxmlformats.org/drawingml/2006/main">
            <a:off x="742950" y="3600450"/>
            <a:ext cx="4762500" cy="1257300"/>
          </a:xfrm>
          <a:prstGeom xmlns:a="http://schemas.openxmlformats.org/drawingml/2006/main" prst="rect">
            <a:avLst/>
          </a:prstGeom>
          <a:solidFill xmlns:a="http://schemas.openxmlformats.org/drawingml/2006/main">
            <a:srgbClr val="EEF5F2"/>
          </a:solidFill>
          <a:ln xmlns:a="http://schemas.openxmlformats.org/drawingml/2006/main" w="9525">
            <a:solidFill>
              <a:srgbClr val="89C8BD"/>
            </a:solidFill>
            <a:prstDash val="solid"/>
          </a:ln>
        </p:spPr>
      </p:sp>
      <p:sp>
        <p:nvSpPr>
          <p:cNvPr id="19" name="">
            <a:extLst xmlns:a="http://schemas.openxmlformats.org/drawingml/2006/main">
              <a:ext uri="{FF2B5EF4-FFF2-40B4-BE49-F238E27FC236}">
                <a16:creationId xmlns:a16="http://schemas.microsoft.com/office/drawing/2014/main" id="{63B76E9D-4163-4B34-88DD-232BB5569F95}"/>
              </a:ext>
            </a:extLst>
          </p:cNvPr>
          <p:cNvSpPr>
            <a:spLocks xmlns:a="http://schemas.openxmlformats.org/drawingml/2006/main" noGrp="1"/>
          </p:cNvSpPr>
          <p:nvPr/>
        </p:nvSpPr>
        <p:spPr>
          <a:xfrm xmlns:a="http://schemas.openxmlformats.org/drawingml/2006/main">
            <a:off x="952500" y="3829050"/>
            <a:ext cx="419100" cy="419100"/>
          </a:xfrm>
          <a:prstGeom xmlns:a="http://schemas.openxmlformats.org/drawingml/2006/main" prst="rect">
            <a:avLst/>
          </a:prstGeom>
          <a:solidFill xmlns:a="http://schemas.openxmlformats.org/drawingml/2006/main">
            <a:srgbClr val="0E6B61"/>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17BDD158-33AF-43A4-8130-B84E9A6DB516}"/>
              </a:ext>
            </a:extLst>
          </p:cNvPr>
          <p:cNvSpPr>
            <a:spLocks xmlns:a="http://schemas.openxmlformats.org/drawingml/2006/main" noGrp="1"/>
          </p:cNvSpPr>
          <p:nvPr/>
        </p:nvSpPr>
        <p:spPr>
          <a:xfrm xmlns:a="http://schemas.openxmlformats.org/drawingml/2006/main">
            <a:off x="952500" y="3886200"/>
            <a:ext cx="4191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DE22BCEC-59DA-455D-AFFE-116139D850D2}"/>
              </a:ext>
            </a:extLst>
          </p:cNvPr>
          <p:cNvSpPr>
            <a:spLocks xmlns:a="http://schemas.openxmlformats.org/drawingml/2006/main" noGrp="1"/>
          </p:cNvSpPr>
          <p:nvPr/>
        </p:nvSpPr>
        <p:spPr>
          <a:xfrm xmlns:a="http://schemas.openxmlformats.org/drawingml/2006/main">
            <a:off x="1543050" y="3810000"/>
            <a:ext cx="2952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Model downshift</a:t>
            </a:r>
          </a:p>
        </p:txBody>
      </p:sp>
      <p:sp>
        <p:nvSpPr>
          <p:cNvPr id="22" name="">
            <a:extLst xmlns:a="http://schemas.openxmlformats.org/drawingml/2006/main">
              <a:ext uri="{FF2B5EF4-FFF2-40B4-BE49-F238E27FC236}">
                <a16:creationId xmlns:a16="http://schemas.microsoft.com/office/drawing/2014/main" id="{7137E41D-5C8B-4C6E-8C1E-0AE131FFCADB}"/>
              </a:ext>
            </a:extLst>
          </p:cNvPr>
          <p:cNvSpPr>
            <a:spLocks xmlns:a="http://schemas.openxmlformats.org/drawingml/2006/main" noGrp="1"/>
          </p:cNvSpPr>
          <p:nvPr/>
        </p:nvSpPr>
        <p:spPr>
          <a:xfrm xmlns:a="http://schemas.openxmlformats.org/drawingml/2006/main">
            <a:off x="4572000" y="382905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60706B"/>
                </a:solidFill>
                <a:latin typeface="Aptos"/>
                <a:ea typeface="Aptos"/>
                <a:cs typeface="Aptos"/>
              </a:defRPr>
            </a:pPr>
            <a:r>
              <a:rPr sz="788" b="1">
                <a:solidFill>
                  <a:srgbClr val="60706B"/>
                </a:solidFill>
                <a:latin typeface="Aptos"/>
                <a:ea typeface="Aptos"/>
                <a:cs typeface="Aptos"/>
              </a:rPr>
              <a:t>Impact: Medium</a:t>
            </a:r>
          </a:p>
        </p:txBody>
      </p:sp>
      <p:sp>
        <p:nvSpPr>
          <p:cNvPr id="23" name="">
            <a:extLst xmlns:a="http://schemas.openxmlformats.org/drawingml/2006/main">
              <a:ext uri="{FF2B5EF4-FFF2-40B4-BE49-F238E27FC236}">
                <a16:creationId xmlns:a16="http://schemas.microsoft.com/office/drawing/2014/main" id="{BD437F84-5D24-4D29-BF27-DC658A23AA70}"/>
              </a:ext>
            </a:extLst>
          </p:cNvPr>
          <p:cNvSpPr>
            <a:spLocks xmlns:a="http://schemas.openxmlformats.org/drawingml/2006/main" noGrp="1"/>
          </p:cNvSpPr>
          <p:nvPr/>
        </p:nvSpPr>
        <p:spPr>
          <a:xfrm xmlns:a="http://schemas.openxmlformats.org/drawingml/2006/main">
            <a:off x="1543050" y="4133850"/>
            <a:ext cx="3476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62021"/>
                </a:solidFill>
                <a:latin typeface="Aptos"/>
                <a:ea typeface="Aptos"/>
                <a:cs typeface="Aptos"/>
              </a:defRPr>
            </a:pPr>
            <a:r>
              <a:rPr sz="1013" b="0">
                <a:solidFill>
                  <a:srgbClr val="162021"/>
                </a:solidFill>
                <a:latin typeface="Aptos"/>
                <a:ea typeface="Aptos"/>
                <a:cs typeface="Aptos"/>
              </a:rPr>
              <a:t>Route checklist, grade, submit, and schema-retry turns to a cheaper summarizer/coder profile; reserve frontier model for diagnosis.</a:t>
            </a:r>
          </a:p>
        </p:txBody>
      </p:sp>
      <p:sp>
        <p:nvSpPr>
          <p:cNvPr id="24" name="">
            <a:extLst xmlns:a="http://schemas.openxmlformats.org/drawingml/2006/main">
              <a:ext uri="{FF2B5EF4-FFF2-40B4-BE49-F238E27FC236}">
                <a16:creationId xmlns:a16="http://schemas.microsoft.com/office/drawing/2014/main" id="{25F96E4D-D930-4D70-9286-42B2BE28D29F}"/>
              </a:ext>
            </a:extLst>
          </p:cNvPr>
          <p:cNvSpPr>
            <a:spLocks xmlns:a="http://schemas.openxmlformats.org/drawingml/2006/main" noGrp="1"/>
          </p:cNvSpPr>
          <p:nvPr/>
        </p:nvSpPr>
        <p:spPr>
          <a:xfrm xmlns:a="http://schemas.openxmlformats.org/drawingml/2006/main">
            <a:off x="6172200" y="3600450"/>
            <a:ext cx="4762500" cy="1257300"/>
          </a:xfrm>
          <a:prstGeom xmlns:a="http://schemas.openxmlformats.org/drawingml/2006/main" prst="rect">
            <a:avLst/>
          </a:prstGeom>
          <a:solidFill xmlns:a="http://schemas.openxmlformats.org/drawingml/2006/main">
            <a:srgbClr val="F7EFE5"/>
          </a:solidFill>
          <a:ln xmlns:a="http://schemas.openxmlformats.org/drawingml/2006/main" w="9525">
            <a:solidFill>
              <a:srgbClr val="D8A437"/>
            </a:solidFill>
            <a:prstDash val="solid"/>
          </a:ln>
        </p:spPr>
      </p:sp>
      <p:sp>
        <p:nvSpPr>
          <p:cNvPr id="25" name="">
            <a:extLst xmlns:a="http://schemas.openxmlformats.org/drawingml/2006/main">
              <a:ext uri="{FF2B5EF4-FFF2-40B4-BE49-F238E27FC236}">
                <a16:creationId xmlns:a16="http://schemas.microsoft.com/office/drawing/2014/main" id="{E058D2CD-538A-43CB-ADEE-86BFDECE3A74}"/>
              </a:ext>
            </a:extLst>
          </p:cNvPr>
          <p:cNvSpPr>
            <a:spLocks xmlns:a="http://schemas.openxmlformats.org/drawingml/2006/main" noGrp="1"/>
          </p:cNvSpPr>
          <p:nvPr/>
        </p:nvSpPr>
        <p:spPr>
          <a:xfrm xmlns:a="http://schemas.openxmlformats.org/drawingml/2006/main">
            <a:off x="6381750" y="3829050"/>
            <a:ext cx="419100" cy="419100"/>
          </a:xfrm>
          <a:prstGeom xmlns:a="http://schemas.openxmlformats.org/drawingml/2006/main" prst="rect">
            <a:avLst/>
          </a:prstGeom>
          <a:solidFill xmlns:a="http://schemas.openxmlformats.org/drawingml/2006/main">
            <a:srgbClr val="B95F32"/>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CF27FB48-65C8-4AEA-9AEE-18D15C171591}"/>
              </a:ext>
            </a:extLst>
          </p:cNvPr>
          <p:cNvSpPr>
            <a:spLocks xmlns:a="http://schemas.openxmlformats.org/drawingml/2006/main" noGrp="1"/>
          </p:cNvSpPr>
          <p:nvPr/>
        </p:nvSpPr>
        <p:spPr>
          <a:xfrm xmlns:a="http://schemas.openxmlformats.org/drawingml/2006/main">
            <a:off x="6381750" y="3886200"/>
            <a:ext cx="4191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650" b="1">
                <a:solidFill>
                  <a:srgbClr val="FFFFFF"/>
                </a:solidFill>
                <a:latin typeface="Aptos"/>
                <a:ea typeface="Aptos"/>
                <a:cs typeface="Aptos"/>
              </a:defRPr>
            </a:pPr>
            <a:r>
              <a:rPr sz="1650" b="1">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418B94D8-B7AD-4387-98D7-C6BC929E52E9}"/>
              </a:ext>
            </a:extLst>
          </p:cNvPr>
          <p:cNvSpPr>
            <a:spLocks xmlns:a="http://schemas.openxmlformats.org/drawingml/2006/main" noGrp="1"/>
          </p:cNvSpPr>
          <p:nvPr/>
        </p:nvSpPr>
        <p:spPr>
          <a:xfrm xmlns:a="http://schemas.openxmlformats.org/drawingml/2006/main">
            <a:off x="6972300" y="3810000"/>
            <a:ext cx="2952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62021"/>
                </a:solidFill>
                <a:latin typeface="Aptos"/>
                <a:ea typeface="Aptos"/>
                <a:cs typeface="Aptos"/>
              </a:defRPr>
            </a:pPr>
            <a:r>
              <a:rPr sz="1350" b="1">
                <a:solidFill>
                  <a:srgbClr val="162021"/>
                </a:solidFill>
                <a:latin typeface="Aptos"/>
                <a:ea typeface="Aptos"/>
                <a:cs typeface="Aptos"/>
              </a:rPr>
              <a:t>Tool schema preflight</a:t>
            </a:r>
          </a:p>
        </p:txBody>
      </p:sp>
      <p:sp>
        <p:nvSpPr>
          <p:cNvPr id="28" name="">
            <a:extLst xmlns:a="http://schemas.openxmlformats.org/drawingml/2006/main">
              <a:ext uri="{FF2B5EF4-FFF2-40B4-BE49-F238E27FC236}">
                <a16:creationId xmlns:a16="http://schemas.microsoft.com/office/drawing/2014/main" id="{C44842EE-4443-4CC2-A529-C4948F220332}"/>
              </a:ext>
            </a:extLst>
          </p:cNvPr>
          <p:cNvSpPr>
            <a:spLocks xmlns:a="http://schemas.openxmlformats.org/drawingml/2006/main" noGrp="1"/>
          </p:cNvSpPr>
          <p:nvPr/>
        </p:nvSpPr>
        <p:spPr>
          <a:xfrm xmlns:a="http://schemas.openxmlformats.org/drawingml/2006/main">
            <a:off x="10001250" y="3829050"/>
            <a:ext cx="6667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1">
                <a:solidFill>
                  <a:srgbClr val="60706B"/>
                </a:solidFill>
                <a:latin typeface="Aptos"/>
                <a:ea typeface="Aptos"/>
                <a:cs typeface="Aptos"/>
              </a:defRPr>
            </a:pPr>
            <a:r>
              <a:rPr sz="788" b="1">
                <a:solidFill>
                  <a:srgbClr val="60706B"/>
                </a:solidFill>
                <a:latin typeface="Aptos"/>
                <a:ea typeface="Aptos"/>
                <a:cs typeface="Aptos"/>
              </a:rPr>
              <a:t>Impact: Medium</a:t>
            </a:r>
          </a:p>
        </p:txBody>
      </p:sp>
      <p:sp>
        <p:nvSpPr>
          <p:cNvPr id="29" name="">
            <a:extLst xmlns:a="http://schemas.openxmlformats.org/drawingml/2006/main">
              <a:ext uri="{FF2B5EF4-FFF2-40B4-BE49-F238E27FC236}">
                <a16:creationId xmlns:a16="http://schemas.microsoft.com/office/drawing/2014/main" id="{E5B7527E-44C9-46DD-8A5A-C9EE92488E68}"/>
              </a:ext>
            </a:extLst>
          </p:cNvPr>
          <p:cNvSpPr>
            <a:spLocks xmlns:a="http://schemas.openxmlformats.org/drawingml/2006/main" noGrp="1"/>
          </p:cNvSpPr>
          <p:nvPr/>
        </p:nvSpPr>
        <p:spPr>
          <a:xfrm xmlns:a="http://schemas.openxmlformats.org/drawingml/2006/main">
            <a:off x="6972300" y="4133850"/>
            <a:ext cx="347662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162021"/>
                </a:solidFill>
                <a:latin typeface="Aptos"/>
                <a:ea typeface="Aptos"/>
                <a:cs typeface="Aptos"/>
              </a:defRPr>
            </a:pPr>
            <a:r>
              <a:rPr sz="1013" b="0">
                <a:solidFill>
                  <a:srgbClr val="162021"/>
                </a:solidFill>
                <a:latin typeface="Aptos"/>
                <a:ea typeface="Aptos"/>
                <a:cs typeface="Aptos"/>
              </a:rPr>
              <a:t>Generate exact MCP argument schemas into the agent prompt or locally validate tool calls before dispatch.</a:t>
            </a:r>
          </a:p>
        </p:txBody>
      </p:sp>
      <p:sp>
        <p:nvSpPr>
          <p:cNvPr id="30" name="">
            <a:extLst xmlns:a="http://schemas.openxmlformats.org/drawingml/2006/main">
              <a:ext uri="{FF2B5EF4-FFF2-40B4-BE49-F238E27FC236}">
                <a16:creationId xmlns:a16="http://schemas.microsoft.com/office/drawing/2014/main" id="{659A405C-37F1-4159-943E-D580FE77EE11}"/>
              </a:ext>
            </a:extLst>
          </p:cNvPr>
          <p:cNvSpPr>
            <a:spLocks xmlns:a="http://schemas.openxmlformats.org/drawingml/2006/main" noGrp="1"/>
          </p:cNvSpPr>
          <p:nvPr/>
        </p:nvSpPr>
        <p:spPr>
          <a:xfrm xmlns:a="http://schemas.openxmlformats.org/drawingml/2006/main">
            <a:off x="2171700" y="5467350"/>
            <a:ext cx="7848600" cy="628650"/>
          </a:xfrm>
          <a:prstGeom xmlns:a="http://schemas.openxmlformats.org/drawingml/2006/main" prst="rect">
            <a:avLst/>
          </a:prstGeom>
          <a:solidFill xmlns:a="http://schemas.openxmlformats.org/drawingml/2006/main">
            <a:srgbClr val="14222A"/>
          </a:solidFill>
          <a:ln xmlns:a="http://schemas.openxmlformats.org/drawingml/2006/main" w="9525">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F39379C4-E0A4-4CC7-9C99-5AD15357044B}"/>
              </a:ext>
            </a:extLst>
          </p:cNvPr>
          <p:cNvSpPr>
            <a:spLocks xmlns:a="http://schemas.openxmlformats.org/drawingml/2006/main" noGrp="1"/>
          </p:cNvSpPr>
          <p:nvPr/>
        </p:nvSpPr>
        <p:spPr>
          <a:xfrm xmlns:a="http://schemas.openxmlformats.org/drawingml/2006/main">
            <a:off x="2381250" y="5629275"/>
            <a:ext cx="742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Success metric: a parent pass after child evidence should cost hundreds of tokens, not hundreds of thousands.</a:t>
            </a:r>
          </a:p>
        </p:txBody>
      </p:sp>
      <p:sp>
        <p:nvSpPr>
          <p:cNvPr id="32" name="">
            <a:extLst xmlns:a="http://schemas.openxmlformats.org/drawingml/2006/main">
              <a:ext uri="{FF2B5EF4-FFF2-40B4-BE49-F238E27FC236}">
                <a16:creationId xmlns:a16="http://schemas.microsoft.com/office/drawing/2014/main" id="{E6AB0D4E-F7BD-49D6-A0EA-C7534E6E47EC}"/>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1DC0F31D-3E37-4105-A917-E1AF29A89870}"/>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34" name="">
            <a:extLst xmlns:a="http://schemas.openxmlformats.org/drawingml/2006/main">
              <a:ext uri="{FF2B5EF4-FFF2-40B4-BE49-F238E27FC236}">
                <a16:creationId xmlns:a16="http://schemas.microsoft.com/office/drawing/2014/main" id="{60EF0451-2201-4794-9414-A5B90CAEB9D5}"/>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08</a:t>
            </a:r>
          </a:p>
        </p:txBody>
      </p:sp>
    </p:spTree>
    <p:extLst>
      <p:ext uri="{BB962C8B-B14F-4D97-AF65-F5344CB8AC3E}">
        <p14:creationId xmlns:p14="http://schemas.microsoft.com/office/powerpoint/2010/main" val="49153828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B085DE-A0E0-4FF5-96B4-966339D6363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A055AC3-215B-4315-B453-4A3EBF1FF1A2}"/>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APPENDIX</a:t>
            </a:r>
          </a:p>
        </p:txBody>
      </p:sp>
      <p:sp>
        <p:nvSpPr>
          <p:cNvPr id="3" name="">
            <a:extLst xmlns:a="http://schemas.openxmlformats.org/drawingml/2006/main">
              <a:ext uri="{FF2B5EF4-FFF2-40B4-BE49-F238E27FC236}">
                <a16:creationId xmlns:a16="http://schemas.microsoft.com/office/drawing/2014/main" id="{23C3B535-429B-40A2-A7DB-B6D4F6EEDA6E}"/>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Session ledger shows repeated fresh phases over growing context</a:t>
            </a:r>
          </a:p>
        </p:txBody>
      </p:sp>
      <p:sp>
        <p:nvSpPr>
          <p:cNvPr id="4" name="">
            <a:extLst xmlns:a="http://schemas.openxmlformats.org/drawingml/2006/main">
              <a:ext uri="{FF2B5EF4-FFF2-40B4-BE49-F238E27FC236}">
                <a16:creationId xmlns:a16="http://schemas.microsoft.com/office/drawing/2014/main" id="{0406518A-4AB6-469A-B186-915340B22552}"/>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Sorted chronologically; token columns are from result-level usage, not duplicated streaming chunks.</a:t>
            </a:r>
          </a:p>
        </p:txBody>
      </p:sp>
      <p:sp>
        <p:nvSpPr>
          <p:cNvPr id="5" name="">
            <a:extLst xmlns:a="http://schemas.openxmlformats.org/drawingml/2006/main">
              <a:ext uri="{FF2B5EF4-FFF2-40B4-BE49-F238E27FC236}">
                <a16:creationId xmlns:a16="http://schemas.microsoft.com/office/drawing/2014/main" id="{F0D743DA-FE5C-4574-ACE9-7811800258CE}"/>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D74ECC7-18D2-4A07-A1BA-C9348F850D33}"/>
              </a:ext>
            </a:extLst>
          </p:cNvPr>
          <p:cNvSpPr>
            <a:spLocks xmlns:a="http://schemas.openxmlformats.org/drawingml/2006/main" noGrp="1"/>
          </p:cNvSpPr>
          <p:nvPr/>
        </p:nvSpPr>
        <p:spPr>
          <a:xfrm xmlns:a="http://schemas.openxmlformats.org/drawingml/2006/main">
            <a:off x="476250" y="19335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255EFD6-F1BC-481A-B926-B45077D559AA}"/>
              </a:ext>
            </a:extLst>
          </p:cNvPr>
          <p:cNvSpPr>
            <a:spLocks xmlns:a="http://schemas.openxmlformats.org/drawingml/2006/main" noGrp="1"/>
          </p:cNvSpPr>
          <p:nvPr/>
        </p:nvSpPr>
        <p:spPr>
          <a:xfrm xmlns:a="http://schemas.openxmlformats.org/drawingml/2006/main">
            <a:off x="552450" y="17335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UTC</a:t>
            </a:r>
          </a:p>
        </p:txBody>
      </p:sp>
      <p:sp>
        <p:nvSpPr>
          <p:cNvPr id="8" name="">
            <a:extLst xmlns:a="http://schemas.openxmlformats.org/drawingml/2006/main">
              <a:ext uri="{FF2B5EF4-FFF2-40B4-BE49-F238E27FC236}">
                <a16:creationId xmlns:a16="http://schemas.microsoft.com/office/drawing/2014/main" id="{96A6003C-D87F-4A3E-AB3E-0C970913468F}"/>
              </a:ext>
            </a:extLst>
          </p:cNvPr>
          <p:cNvSpPr>
            <a:spLocks xmlns:a="http://schemas.openxmlformats.org/drawingml/2006/main" noGrp="1"/>
          </p:cNvSpPr>
          <p:nvPr/>
        </p:nvSpPr>
        <p:spPr>
          <a:xfrm xmlns:a="http://schemas.openxmlformats.org/drawingml/2006/main">
            <a:off x="1066800" y="17335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Run</a:t>
            </a:r>
          </a:p>
        </p:txBody>
      </p:sp>
      <p:sp>
        <p:nvSpPr>
          <p:cNvPr id="9" name="">
            <a:extLst xmlns:a="http://schemas.openxmlformats.org/drawingml/2006/main">
              <a:ext uri="{FF2B5EF4-FFF2-40B4-BE49-F238E27FC236}">
                <a16:creationId xmlns:a16="http://schemas.microsoft.com/office/drawing/2014/main" id="{55D52692-9A9B-48EA-B7A2-F0157ABCE442}"/>
              </a:ext>
            </a:extLst>
          </p:cNvPr>
          <p:cNvSpPr>
            <a:spLocks xmlns:a="http://schemas.openxmlformats.org/drawingml/2006/main" noGrp="1"/>
          </p:cNvSpPr>
          <p:nvPr/>
        </p:nvSpPr>
        <p:spPr>
          <a:xfrm xmlns:a="http://schemas.openxmlformats.org/drawingml/2006/main">
            <a:off x="1657350" y="17335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Task</a:t>
            </a:r>
          </a:p>
        </p:txBody>
      </p:sp>
      <p:sp>
        <p:nvSpPr>
          <p:cNvPr id="10" name="">
            <a:extLst xmlns:a="http://schemas.openxmlformats.org/drawingml/2006/main">
              <a:ext uri="{FF2B5EF4-FFF2-40B4-BE49-F238E27FC236}">
                <a16:creationId xmlns:a16="http://schemas.microsoft.com/office/drawing/2014/main" id="{8FA80A95-84C7-49E1-BA38-4DD6B8A13698}"/>
              </a:ext>
            </a:extLst>
          </p:cNvPr>
          <p:cNvSpPr>
            <a:spLocks xmlns:a="http://schemas.openxmlformats.org/drawingml/2006/main" noGrp="1"/>
          </p:cNvSpPr>
          <p:nvPr/>
        </p:nvSpPr>
        <p:spPr>
          <a:xfrm xmlns:a="http://schemas.openxmlformats.org/drawingml/2006/main">
            <a:off x="2343150" y="17335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Turns</a:t>
            </a:r>
          </a:p>
        </p:txBody>
      </p:sp>
      <p:sp>
        <p:nvSpPr>
          <p:cNvPr id="11" name="">
            <a:extLst xmlns:a="http://schemas.openxmlformats.org/drawingml/2006/main">
              <a:ext uri="{FF2B5EF4-FFF2-40B4-BE49-F238E27FC236}">
                <a16:creationId xmlns:a16="http://schemas.microsoft.com/office/drawing/2014/main" id="{62539738-ABCB-4D5A-8163-8F154CEE4E88}"/>
              </a:ext>
            </a:extLst>
          </p:cNvPr>
          <p:cNvSpPr>
            <a:spLocks xmlns:a="http://schemas.openxmlformats.org/drawingml/2006/main" noGrp="1"/>
          </p:cNvSpPr>
          <p:nvPr/>
        </p:nvSpPr>
        <p:spPr>
          <a:xfrm xmlns:a="http://schemas.openxmlformats.org/drawingml/2006/main">
            <a:off x="2857500" y="17335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Cache read</a:t>
            </a:r>
          </a:p>
        </p:txBody>
      </p:sp>
      <p:sp>
        <p:nvSpPr>
          <p:cNvPr id="12" name="">
            <a:extLst xmlns:a="http://schemas.openxmlformats.org/drawingml/2006/main">
              <a:ext uri="{FF2B5EF4-FFF2-40B4-BE49-F238E27FC236}">
                <a16:creationId xmlns:a16="http://schemas.microsoft.com/office/drawing/2014/main" id="{9AD2868F-78BF-4916-BB4B-464FF1243A2C}"/>
              </a:ext>
            </a:extLst>
          </p:cNvPr>
          <p:cNvSpPr>
            <a:spLocks xmlns:a="http://schemas.openxmlformats.org/drawingml/2006/main" noGrp="1"/>
          </p:cNvSpPr>
          <p:nvPr/>
        </p:nvSpPr>
        <p:spPr>
          <a:xfrm xmlns:a="http://schemas.openxmlformats.org/drawingml/2006/main">
            <a:off x="3638550" y="17335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Create</a:t>
            </a:r>
          </a:p>
        </p:txBody>
      </p:sp>
      <p:sp>
        <p:nvSpPr>
          <p:cNvPr id="13" name="">
            <a:extLst xmlns:a="http://schemas.openxmlformats.org/drawingml/2006/main">
              <a:ext uri="{FF2B5EF4-FFF2-40B4-BE49-F238E27FC236}">
                <a16:creationId xmlns:a16="http://schemas.microsoft.com/office/drawing/2014/main" id="{42B6E80F-0BA1-4118-9682-8579DF92BAF1}"/>
              </a:ext>
            </a:extLst>
          </p:cNvPr>
          <p:cNvSpPr>
            <a:spLocks xmlns:a="http://schemas.openxmlformats.org/drawingml/2006/main" noGrp="1"/>
          </p:cNvSpPr>
          <p:nvPr/>
        </p:nvSpPr>
        <p:spPr>
          <a:xfrm xmlns:a="http://schemas.openxmlformats.org/drawingml/2006/main">
            <a:off x="4305300" y="17335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Output</a:t>
            </a:r>
          </a:p>
        </p:txBody>
      </p:sp>
      <p:sp>
        <p:nvSpPr>
          <p:cNvPr id="14" name="">
            <a:extLst xmlns:a="http://schemas.openxmlformats.org/drawingml/2006/main">
              <a:ext uri="{FF2B5EF4-FFF2-40B4-BE49-F238E27FC236}">
                <a16:creationId xmlns:a16="http://schemas.microsoft.com/office/drawing/2014/main" id="{C35D9C9B-E549-4C9C-A846-B997D037B7A8}"/>
              </a:ext>
            </a:extLst>
          </p:cNvPr>
          <p:cNvSpPr>
            <a:spLocks xmlns:a="http://schemas.openxmlformats.org/drawingml/2006/main" noGrp="1"/>
          </p:cNvSpPr>
          <p:nvPr/>
        </p:nvSpPr>
        <p:spPr>
          <a:xfrm xmlns:a="http://schemas.openxmlformats.org/drawingml/2006/main">
            <a:off x="4933950" y="17335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Cost</a:t>
            </a:r>
          </a:p>
        </p:txBody>
      </p:sp>
      <p:sp>
        <p:nvSpPr>
          <p:cNvPr id="15" name="">
            <a:extLst xmlns:a="http://schemas.openxmlformats.org/drawingml/2006/main">
              <a:ext uri="{FF2B5EF4-FFF2-40B4-BE49-F238E27FC236}">
                <a16:creationId xmlns:a16="http://schemas.microsoft.com/office/drawing/2014/main" id="{E88DE2D9-3E23-4053-A0CE-E80CF1509478}"/>
              </a:ext>
            </a:extLst>
          </p:cNvPr>
          <p:cNvSpPr>
            <a:spLocks xmlns:a="http://schemas.openxmlformats.org/drawingml/2006/main" noGrp="1"/>
          </p:cNvSpPr>
          <p:nvPr/>
        </p:nvSpPr>
        <p:spPr>
          <a:xfrm xmlns:a="http://schemas.openxmlformats.org/drawingml/2006/main">
            <a:off x="5505450" y="17335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Result</a:t>
            </a:r>
          </a:p>
        </p:txBody>
      </p:sp>
      <p:sp>
        <p:nvSpPr>
          <p:cNvPr id="16" name="">
            <a:extLst xmlns:a="http://schemas.openxmlformats.org/drawingml/2006/main">
              <a:ext uri="{FF2B5EF4-FFF2-40B4-BE49-F238E27FC236}">
                <a16:creationId xmlns:a16="http://schemas.microsoft.com/office/drawing/2014/main" id="{B65B4D80-27C5-4D81-9867-7D6BB8C05D5F}"/>
              </a:ext>
            </a:extLst>
          </p:cNvPr>
          <p:cNvSpPr>
            <a:spLocks xmlns:a="http://schemas.openxmlformats.org/drawingml/2006/main" noGrp="1"/>
          </p:cNvSpPr>
          <p:nvPr/>
        </p:nvSpPr>
        <p:spPr>
          <a:xfrm xmlns:a="http://schemas.openxmlformats.org/drawingml/2006/main">
            <a:off x="476250" y="22002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D5625FE-57EF-47D0-B142-509F6625EF7C}"/>
              </a:ext>
            </a:extLst>
          </p:cNvPr>
          <p:cNvSpPr>
            <a:spLocks xmlns:a="http://schemas.openxmlformats.org/drawingml/2006/main" noGrp="1"/>
          </p:cNvSpPr>
          <p:nvPr/>
        </p:nvSpPr>
        <p:spPr>
          <a:xfrm xmlns:a="http://schemas.openxmlformats.org/drawingml/2006/main">
            <a:off x="552450" y="20002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01:49</a:t>
            </a:r>
          </a:p>
        </p:txBody>
      </p:sp>
      <p:sp>
        <p:nvSpPr>
          <p:cNvPr id="18" name="">
            <a:extLst xmlns:a="http://schemas.openxmlformats.org/drawingml/2006/main">
              <a:ext uri="{FF2B5EF4-FFF2-40B4-BE49-F238E27FC236}">
                <a16:creationId xmlns:a16="http://schemas.microsoft.com/office/drawing/2014/main" id="{1603130D-53CE-4171-85C9-CE5455751C2A}"/>
              </a:ext>
            </a:extLst>
          </p:cNvPr>
          <p:cNvSpPr>
            <a:spLocks xmlns:a="http://schemas.openxmlformats.org/drawingml/2006/main" noGrp="1"/>
          </p:cNvSpPr>
          <p:nvPr/>
        </p:nvSpPr>
        <p:spPr>
          <a:xfrm xmlns:a="http://schemas.openxmlformats.org/drawingml/2006/main">
            <a:off x="1066800" y="20002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19" name="">
            <a:extLst xmlns:a="http://schemas.openxmlformats.org/drawingml/2006/main">
              <a:ext uri="{FF2B5EF4-FFF2-40B4-BE49-F238E27FC236}">
                <a16:creationId xmlns:a16="http://schemas.microsoft.com/office/drawing/2014/main" id="{C8FBA35D-D926-49DE-9739-C96A58D653F9}"/>
              </a:ext>
            </a:extLst>
          </p:cNvPr>
          <p:cNvSpPr>
            <a:spLocks xmlns:a="http://schemas.openxmlformats.org/drawingml/2006/main" noGrp="1"/>
          </p:cNvSpPr>
          <p:nvPr/>
        </p:nvSpPr>
        <p:spPr>
          <a:xfrm xmlns:a="http://schemas.openxmlformats.org/drawingml/2006/main">
            <a:off x="1657350" y="20002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f975e109</a:t>
            </a:r>
          </a:p>
        </p:txBody>
      </p:sp>
      <p:sp>
        <p:nvSpPr>
          <p:cNvPr id="20" name="">
            <a:extLst xmlns:a="http://schemas.openxmlformats.org/drawingml/2006/main">
              <a:ext uri="{FF2B5EF4-FFF2-40B4-BE49-F238E27FC236}">
                <a16:creationId xmlns:a16="http://schemas.microsoft.com/office/drawing/2014/main" id="{BD5C352A-3F4A-4EAE-B2C2-6C9FAD842FA4}"/>
              </a:ext>
            </a:extLst>
          </p:cNvPr>
          <p:cNvSpPr>
            <a:spLocks xmlns:a="http://schemas.openxmlformats.org/drawingml/2006/main" noGrp="1"/>
          </p:cNvSpPr>
          <p:nvPr/>
        </p:nvSpPr>
        <p:spPr>
          <a:xfrm xmlns:a="http://schemas.openxmlformats.org/drawingml/2006/main">
            <a:off x="2343150" y="20002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43</a:t>
            </a:r>
          </a:p>
        </p:txBody>
      </p:sp>
      <p:sp>
        <p:nvSpPr>
          <p:cNvPr id="21" name="">
            <a:extLst xmlns:a="http://schemas.openxmlformats.org/drawingml/2006/main">
              <a:ext uri="{FF2B5EF4-FFF2-40B4-BE49-F238E27FC236}">
                <a16:creationId xmlns:a16="http://schemas.microsoft.com/office/drawing/2014/main" id="{9FADDB0A-322F-4572-B01D-5D7E53DB2ED8}"/>
              </a:ext>
            </a:extLst>
          </p:cNvPr>
          <p:cNvSpPr>
            <a:spLocks xmlns:a="http://schemas.openxmlformats.org/drawingml/2006/main" noGrp="1"/>
          </p:cNvSpPr>
          <p:nvPr/>
        </p:nvSpPr>
        <p:spPr>
          <a:xfrm xmlns:a="http://schemas.openxmlformats.org/drawingml/2006/main">
            <a:off x="2857500" y="20002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1998k</a:t>
            </a:r>
          </a:p>
        </p:txBody>
      </p:sp>
      <p:sp>
        <p:nvSpPr>
          <p:cNvPr id="22" name="">
            <a:extLst xmlns:a="http://schemas.openxmlformats.org/drawingml/2006/main">
              <a:ext uri="{FF2B5EF4-FFF2-40B4-BE49-F238E27FC236}">
                <a16:creationId xmlns:a16="http://schemas.microsoft.com/office/drawing/2014/main" id="{50557100-53BA-43D6-B6EB-1CC188100613}"/>
              </a:ext>
            </a:extLst>
          </p:cNvPr>
          <p:cNvSpPr>
            <a:spLocks xmlns:a="http://schemas.openxmlformats.org/drawingml/2006/main" noGrp="1"/>
          </p:cNvSpPr>
          <p:nvPr/>
        </p:nvSpPr>
        <p:spPr>
          <a:xfrm xmlns:a="http://schemas.openxmlformats.org/drawingml/2006/main">
            <a:off x="3638550" y="20002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83k</a:t>
            </a:r>
          </a:p>
        </p:txBody>
      </p:sp>
      <p:sp>
        <p:nvSpPr>
          <p:cNvPr id="23" name="">
            <a:extLst xmlns:a="http://schemas.openxmlformats.org/drawingml/2006/main">
              <a:ext uri="{FF2B5EF4-FFF2-40B4-BE49-F238E27FC236}">
                <a16:creationId xmlns:a16="http://schemas.microsoft.com/office/drawing/2014/main" id="{6792EF49-632F-4920-9820-EC820E1755B0}"/>
              </a:ext>
            </a:extLst>
          </p:cNvPr>
          <p:cNvSpPr>
            <a:spLocks xmlns:a="http://schemas.openxmlformats.org/drawingml/2006/main" noGrp="1"/>
          </p:cNvSpPr>
          <p:nvPr/>
        </p:nvSpPr>
        <p:spPr>
          <a:xfrm xmlns:a="http://schemas.openxmlformats.org/drawingml/2006/main">
            <a:off x="4305300" y="20002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19k</a:t>
            </a:r>
          </a:p>
        </p:txBody>
      </p:sp>
      <p:sp>
        <p:nvSpPr>
          <p:cNvPr id="24" name="">
            <a:extLst xmlns:a="http://schemas.openxmlformats.org/drawingml/2006/main">
              <a:ext uri="{FF2B5EF4-FFF2-40B4-BE49-F238E27FC236}">
                <a16:creationId xmlns:a16="http://schemas.microsoft.com/office/drawing/2014/main" id="{73C0DED5-613A-4C8D-890C-E07C155ED35D}"/>
              </a:ext>
            </a:extLst>
          </p:cNvPr>
          <p:cNvSpPr>
            <a:spLocks xmlns:a="http://schemas.openxmlformats.org/drawingml/2006/main" noGrp="1"/>
          </p:cNvSpPr>
          <p:nvPr/>
        </p:nvSpPr>
        <p:spPr>
          <a:xfrm xmlns:a="http://schemas.openxmlformats.org/drawingml/2006/main">
            <a:off x="4933950" y="20002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$2.01</a:t>
            </a:r>
          </a:p>
        </p:txBody>
      </p:sp>
      <p:sp>
        <p:nvSpPr>
          <p:cNvPr id="25" name="">
            <a:extLst xmlns:a="http://schemas.openxmlformats.org/drawingml/2006/main">
              <a:ext uri="{FF2B5EF4-FFF2-40B4-BE49-F238E27FC236}">
                <a16:creationId xmlns:a16="http://schemas.microsoft.com/office/drawing/2014/main" id="{69C37D53-E71E-44A5-A4EA-F38E8FF0E599}"/>
              </a:ext>
            </a:extLst>
          </p:cNvPr>
          <p:cNvSpPr>
            <a:spLocks xmlns:a="http://schemas.openxmlformats.org/drawingml/2006/main" noGrp="1"/>
          </p:cNvSpPr>
          <p:nvPr/>
        </p:nvSpPr>
        <p:spPr>
          <a:xfrm xmlns:a="http://schemas.openxmlformats.org/drawingml/2006/main">
            <a:off x="5505450" y="20002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Submitted for verification.</a:t>
            </a:r>
          </a:p>
          <a:p xmlns:a="http://schemas.openxmlformats.org/drawingml/2006/main">
            <a:r>
              <a:t/>
            </a:r>
          </a:p>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Summary:</a:t>
            </a:r>
          </a:p>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 Recovered the </a:t>
            </a:r>
          </a:p>
        </p:txBody>
      </p:sp>
      <p:sp>
        <p:nvSpPr>
          <p:cNvPr id="26" name="">
            <a:extLst xmlns:a="http://schemas.openxmlformats.org/drawingml/2006/main">
              <a:ext uri="{FF2B5EF4-FFF2-40B4-BE49-F238E27FC236}">
                <a16:creationId xmlns:a16="http://schemas.microsoft.com/office/drawing/2014/main" id="{0A58B26F-BEA7-426D-BD9A-295972D8B9A4}"/>
              </a:ext>
            </a:extLst>
          </p:cNvPr>
          <p:cNvSpPr>
            <a:spLocks xmlns:a="http://schemas.openxmlformats.org/drawingml/2006/main" noGrp="1"/>
          </p:cNvSpPr>
          <p:nvPr/>
        </p:nvSpPr>
        <p:spPr>
          <a:xfrm xmlns:a="http://schemas.openxmlformats.org/drawingml/2006/main">
            <a:off x="476250" y="24669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7F237DCB-FDA0-48B6-BBA8-D5C1543F1F2C}"/>
              </a:ext>
            </a:extLst>
          </p:cNvPr>
          <p:cNvSpPr>
            <a:spLocks xmlns:a="http://schemas.openxmlformats.org/drawingml/2006/main" noGrp="1"/>
          </p:cNvSpPr>
          <p:nvPr/>
        </p:nvSpPr>
        <p:spPr>
          <a:xfrm xmlns:a="http://schemas.openxmlformats.org/drawingml/2006/main">
            <a:off x="552450" y="22669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01:49</a:t>
            </a:r>
          </a:p>
        </p:txBody>
      </p:sp>
      <p:sp>
        <p:nvSpPr>
          <p:cNvPr id="28" name="">
            <a:extLst xmlns:a="http://schemas.openxmlformats.org/drawingml/2006/main">
              <a:ext uri="{FF2B5EF4-FFF2-40B4-BE49-F238E27FC236}">
                <a16:creationId xmlns:a16="http://schemas.microsoft.com/office/drawing/2014/main" id="{FE2D6651-B6C4-459A-8D13-A90F78155C5E}"/>
              </a:ext>
            </a:extLst>
          </p:cNvPr>
          <p:cNvSpPr>
            <a:spLocks xmlns:a="http://schemas.openxmlformats.org/drawingml/2006/main" noGrp="1"/>
          </p:cNvSpPr>
          <p:nvPr/>
        </p:nvSpPr>
        <p:spPr>
          <a:xfrm xmlns:a="http://schemas.openxmlformats.org/drawingml/2006/main">
            <a:off x="1066800" y="22669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29" name="">
            <a:extLst xmlns:a="http://schemas.openxmlformats.org/drawingml/2006/main">
              <a:ext uri="{FF2B5EF4-FFF2-40B4-BE49-F238E27FC236}">
                <a16:creationId xmlns:a16="http://schemas.microsoft.com/office/drawing/2014/main" id="{D3816FEF-0F92-4A36-BB37-8420FDCA7820}"/>
              </a:ext>
            </a:extLst>
          </p:cNvPr>
          <p:cNvSpPr>
            <a:spLocks xmlns:a="http://schemas.openxmlformats.org/drawingml/2006/main" noGrp="1"/>
          </p:cNvSpPr>
          <p:nvPr/>
        </p:nvSpPr>
        <p:spPr>
          <a:xfrm xmlns:a="http://schemas.openxmlformats.org/drawingml/2006/main">
            <a:off x="1657350" y="22669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f975e109</a:t>
            </a:r>
          </a:p>
        </p:txBody>
      </p:sp>
      <p:sp>
        <p:nvSpPr>
          <p:cNvPr id="30" name="">
            <a:extLst xmlns:a="http://schemas.openxmlformats.org/drawingml/2006/main">
              <a:ext uri="{FF2B5EF4-FFF2-40B4-BE49-F238E27FC236}">
                <a16:creationId xmlns:a16="http://schemas.microsoft.com/office/drawing/2014/main" id="{9031E849-3E28-4152-BD0D-6647BB0CF778}"/>
              </a:ext>
            </a:extLst>
          </p:cNvPr>
          <p:cNvSpPr>
            <a:spLocks xmlns:a="http://schemas.openxmlformats.org/drawingml/2006/main" noGrp="1"/>
          </p:cNvSpPr>
          <p:nvPr/>
        </p:nvSpPr>
        <p:spPr>
          <a:xfrm xmlns:a="http://schemas.openxmlformats.org/drawingml/2006/main">
            <a:off x="2343150" y="22669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11</a:t>
            </a:r>
          </a:p>
        </p:txBody>
      </p:sp>
      <p:sp>
        <p:nvSpPr>
          <p:cNvPr id="31" name="">
            <a:extLst xmlns:a="http://schemas.openxmlformats.org/drawingml/2006/main">
              <a:ext uri="{FF2B5EF4-FFF2-40B4-BE49-F238E27FC236}">
                <a16:creationId xmlns:a16="http://schemas.microsoft.com/office/drawing/2014/main" id="{3E7D5895-8C40-4E3E-8D55-E6697F81A59E}"/>
              </a:ext>
            </a:extLst>
          </p:cNvPr>
          <p:cNvSpPr>
            <a:spLocks xmlns:a="http://schemas.openxmlformats.org/drawingml/2006/main" noGrp="1"/>
          </p:cNvSpPr>
          <p:nvPr/>
        </p:nvSpPr>
        <p:spPr>
          <a:xfrm xmlns:a="http://schemas.openxmlformats.org/drawingml/2006/main">
            <a:off x="2857500" y="22669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137k</a:t>
            </a:r>
          </a:p>
        </p:txBody>
      </p:sp>
      <p:sp>
        <p:nvSpPr>
          <p:cNvPr id="32" name="">
            <a:extLst xmlns:a="http://schemas.openxmlformats.org/drawingml/2006/main">
              <a:ext uri="{FF2B5EF4-FFF2-40B4-BE49-F238E27FC236}">
                <a16:creationId xmlns:a16="http://schemas.microsoft.com/office/drawing/2014/main" id="{1E2EE170-D6DD-4592-9F48-F8A1B597061B}"/>
              </a:ext>
            </a:extLst>
          </p:cNvPr>
          <p:cNvSpPr>
            <a:spLocks xmlns:a="http://schemas.openxmlformats.org/drawingml/2006/main" noGrp="1"/>
          </p:cNvSpPr>
          <p:nvPr/>
        </p:nvSpPr>
        <p:spPr>
          <a:xfrm xmlns:a="http://schemas.openxmlformats.org/drawingml/2006/main">
            <a:off x="3638550" y="22669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29k</a:t>
            </a:r>
          </a:p>
        </p:txBody>
      </p:sp>
      <p:sp>
        <p:nvSpPr>
          <p:cNvPr id="33" name="">
            <a:extLst xmlns:a="http://schemas.openxmlformats.org/drawingml/2006/main">
              <a:ext uri="{FF2B5EF4-FFF2-40B4-BE49-F238E27FC236}">
                <a16:creationId xmlns:a16="http://schemas.microsoft.com/office/drawing/2014/main" id="{2DC9BB33-6A28-4CA1-A35F-DFBE8CDEADE0}"/>
              </a:ext>
            </a:extLst>
          </p:cNvPr>
          <p:cNvSpPr>
            <a:spLocks xmlns:a="http://schemas.openxmlformats.org/drawingml/2006/main" noGrp="1"/>
          </p:cNvSpPr>
          <p:nvPr/>
        </p:nvSpPr>
        <p:spPr>
          <a:xfrm xmlns:a="http://schemas.openxmlformats.org/drawingml/2006/main">
            <a:off x="4305300" y="22669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3k</a:t>
            </a:r>
          </a:p>
        </p:txBody>
      </p:sp>
      <p:sp>
        <p:nvSpPr>
          <p:cNvPr id="34" name="">
            <a:extLst xmlns:a="http://schemas.openxmlformats.org/drawingml/2006/main">
              <a:ext uri="{FF2B5EF4-FFF2-40B4-BE49-F238E27FC236}">
                <a16:creationId xmlns:a16="http://schemas.microsoft.com/office/drawing/2014/main" id="{DB5B5FD6-5FD4-4D10-9359-EECB5072B12D}"/>
              </a:ext>
            </a:extLst>
          </p:cNvPr>
          <p:cNvSpPr>
            <a:spLocks xmlns:a="http://schemas.openxmlformats.org/drawingml/2006/main" noGrp="1"/>
          </p:cNvSpPr>
          <p:nvPr/>
        </p:nvSpPr>
        <p:spPr>
          <a:xfrm xmlns:a="http://schemas.openxmlformats.org/drawingml/2006/main">
            <a:off x="4933950" y="22669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$0.32</a:t>
            </a:r>
          </a:p>
        </p:txBody>
      </p:sp>
      <p:sp>
        <p:nvSpPr>
          <p:cNvPr id="35" name="">
            <a:extLst xmlns:a="http://schemas.openxmlformats.org/drawingml/2006/main">
              <a:ext uri="{FF2B5EF4-FFF2-40B4-BE49-F238E27FC236}">
                <a16:creationId xmlns:a16="http://schemas.microsoft.com/office/drawing/2014/main" id="{892E86EA-B0D7-4BE4-B3D5-D70D51EED9BA}"/>
              </a:ext>
            </a:extLst>
          </p:cNvPr>
          <p:cNvSpPr>
            <a:spLocks xmlns:a="http://schemas.openxmlformats.org/drawingml/2006/main" noGrp="1"/>
          </p:cNvSpPr>
          <p:nvPr/>
        </p:nvSpPr>
        <p:spPr>
          <a:xfrm xmlns:a="http://schemas.openxmlformats.org/drawingml/2006/main">
            <a:off x="5505450" y="22669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Verification submitted. All three critical requirement</a:t>
            </a:r>
          </a:p>
        </p:txBody>
      </p:sp>
      <p:sp>
        <p:nvSpPr>
          <p:cNvPr id="36" name="">
            <a:extLst xmlns:a="http://schemas.openxmlformats.org/drawingml/2006/main">
              <a:ext uri="{FF2B5EF4-FFF2-40B4-BE49-F238E27FC236}">
                <a16:creationId xmlns:a16="http://schemas.microsoft.com/office/drawing/2014/main" id="{9E445F44-5981-4FA6-B69C-C8BA12F934F1}"/>
              </a:ext>
            </a:extLst>
          </p:cNvPr>
          <p:cNvSpPr>
            <a:spLocks xmlns:a="http://schemas.openxmlformats.org/drawingml/2006/main" noGrp="1"/>
          </p:cNvSpPr>
          <p:nvPr/>
        </p:nvSpPr>
        <p:spPr>
          <a:xfrm xmlns:a="http://schemas.openxmlformats.org/drawingml/2006/main">
            <a:off x="476250" y="27336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37" name="">
            <a:extLst xmlns:a="http://schemas.openxmlformats.org/drawingml/2006/main">
              <a:ext uri="{FF2B5EF4-FFF2-40B4-BE49-F238E27FC236}">
                <a16:creationId xmlns:a16="http://schemas.microsoft.com/office/drawing/2014/main" id="{20DBF93E-CE41-457D-83F4-2CB2A1F42282}"/>
              </a:ext>
            </a:extLst>
          </p:cNvPr>
          <p:cNvSpPr>
            <a:spLocks xmlns:a="http://schemas.openxmlformats.org/drawingml/2006/main" noGrp="1"/>
          </p:cNvSpPr>
          <p:nvPr/>
        </p:nvSpPr>
        <p:spPr>
          <a:xfrm xmlns:a="http://schemas.openxmlformats.org/drawingml/2006/main">
            <a:off x="552450" y="25336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01:53</a:t>
            </a:r>
          </a:p>
        </p:txBody>
      </p:sp>
      <p:sp>
        <p:nvSpPr>
          <p:cNvPr id="38" name="">
            <a:extLst xmlns:a="http://schemas.openxmlformats.org/drawingml/2006/main">
              <a:ext uri="{FF2B5EF4-FFF2-40B4-BE49-F238E27FC236}">
                <a16:creationId xmlns:a16="http://schemas.microsoft.com/office/drawing/2014/main" id="{9FB7B868-5ADB-43A5-BB4A-76C13F9F465A}"/>
              </a:ext>
            </a:extLst>
          </p:cNvPr>
          <p:cNvSpPr>
            <a:spLocks xmlns:a="http://schemas.openxmlformats.org/drawingml/2006/main" noGrp="1"/>
          </p:cNvSpPr>
          <p:nvPr/>
        </p:nvSpPr>
        <p:spPr>
          <a:xfrm xmlns:a="http://schemas.openxmlformats.org/drawingml/2006/main">
            <a:off x="1066800" y="25336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39" name="">
            <a:extLst xmlns:a="http://schemas.openxmlformats.org/drawingml/2006/main">
              <a:ext uri="{FF2B5EF4-FFF2-40B4-BE49-F238E27FC236}">
                <a16:creationId xmlns:a16="http://schemas.microsoft.com/office/drawing/2014/main" id="{C2AF7EFC-C15C-48A0-BE8A-49AB7BB23A57}"/>
              </a:ext>
            </a:extLst>
          </p:cNvPr>
          <p:cNvSpPr>
            <a:spLocks xmlns:a="http://schemas.openxmlformats.org/drawingml/2006/main" noGrp="1"/>
          </p:cNvSpPr>
          <p:nvPr/>
        </p:nvSpPr>
        <p:spPr>
          <a:xfrm xmlns:a="http://schemas.openxmlformats.org/drawingml/2006/main">
            <a:off x="1657350" y="25336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3206c0d3</a:t>
            </a:r>
          </a:p>
        </p:txBody>
      </p:sp>
      <p:sp>
        <p:nvSpPr>
          <p:cNvPr id="40" name="">
            <a:extLst xmlns:a="http://schemas.openxmlformats.org/drawingml/2006/main">
              <a:ext uri="{FF2B5EF4-FFF2-40B4-BE49-F238E27FC236}">
                <a16:creationId xmlns:a16="http://schemas.microsoft.com/office/drawing/2014/main" id="{AC386318-4670-40DF-B4ED-94143BCDD96E}"/>
              </a:ext>
            </a:extLst>
          </p:cNvPr>
          <p:cNvSpPr>
            <a:spLocks xmlns:a="http://schemas.openxmlformats.org/drawingml/2006/main" noGrp="1"/>
          </p:cNvSpPr>
          <p:nvPr/>
        </p:nvSpPr>
        <p:spPr>
          <a:xfrm xmlns:a="http://schemas.openxmlformats.org/drawingml/2006/main">
            <a:off x="2343150" y="25336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20</a:t>
            </a:r>
          </a:p>
        </p:txBody>
      </p:sp>
      <p:sp>
        <p:nvSpPr>
          <p:cNvPr id="41" name="">
            <a:extLst xmlns:a="http://schemas.openxmlformats.org/drawingml/2006/main">
              <a:ext uri="{FF2B5EF4-FFF2-40B4-BE49-F238E27FC236}">
                <a16:creationId xmlns:a16="http://schemas.microsoft.com/office/drawing/2014/main" id="{459E6597-1F21-42EE-AC0C-65DF1EA2E26E}"/>
              </a:ext>
            </a:extLst>
          </p:cNvPr>
          <p:cNvSpPr>
            <a:spLocks xmlns:a="http://schemas.openxmlformats.org/drawingml/2006/main" noGrp="1"/>
          </p:cNvSpPr>
          <p:nvPr/>
        </p:nvSpPr>
        <p:spPr>
          <a:xfrm xmlns:a="http://schemas.openxmlformats.org/drawingml/2006/main">
            <a:off x="2857500" y="25336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628k</a:t>
            </a:r>
          </a:p>
        </p:txBody>
      </p:sp>
      <p:sp>
        <p:nvSpPr>
          <p:cNvPr id="42" name="">
            <a:extLst xmlns:a="http://schemas.openxmlformats.org/drawingml/2006/main">
              <a:ext uri="{FF2B5EF4-FFF2-40B4-BE49-F238E27FC236}">
                <a16:creationId xmlns:a16="http://schemas.microsoft.com/office/drawing/2014/main" id="{E968F482-3052-4B00-A542-4CB30C1ECDE0}"/>
              </a:ext>
            </a:extLst>
          </p:cNvPr>
          <p:cNvSpPr>
            <a:spLocks xmlns:a="http://schemas.openxmlformats.org/drawingml/2006/main" noGrp="1"/>
          </p:cNvSpPr>
          <p:nvPr/>
        </p:nvSpPr>
        <p:spPr>
          <a:xfrm xmlns:a="http://schemas.openxmlformats.org/drawingml/2006/main">
            <a:off x="3638550" y="25336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53k</a:t>
            </a:r>
          </a:p>
        </p:txBody>
      </p:sp>
      <p:sp>
        <p:nvSpPr>
          <p:cNvPr id="43" name="">
            <a:extLst xmlns:a="http://schemas.openxmlformats.org/drawingml/2006/main">
              <a:ext uri="{FF2B5EF4-FFF2-40B4-BE49-F238E27FC236}">
                <a16:creationId xmlns:a16="http://schemas.microsoft.com/office/drawing/2014/main" id="{A2EFBEC9-C03D-4E18-9DCC-CBEF59275DBD}"/>
              </a:ext>
            </a:extLst>
          </p:cNvPr>
          <p:cNvSpPr>
            <a:spLocks xmlns:a="http://schemas.openxmlformats.org/drawingml/2006/main" noGrp="1"/>
          </p:cNvSpPr>
          <p:nvPr/>
        </p:nvSpPr>
        <p:spPr>
          <a:xfrm xmlns:a="http://schemas.openxmlformats.org/drawingml/2006/main">
            <a:off x="4305300" y="25336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10k</a:t>
            </a:r>
          </a:p>
        </p:txBody>
      </p:sp>
      <p:sp>
        <p:nvSpPr>
          <p:cNvPr id="44" name="">
            <a:extLst xmlns:a="http://schemas.openxmlformats.org/drawingml/2006/main">
              <a:ext uri="{FF2B5EF4-FFF2-40B4-BE49-F238E27FC236}">
                <a16:creationId xmlns:a16="http://schemas.microsoft.com/office/drawing/2014/main" id="{83C14248-4616-493B-A45B-67E091FF7E54}"/>
              </a:ext>
            </a:extLst>
          </p:cNvPr>
          <p:cNvSpPr>
            <a:spLocks xmlns:a="http://schemas.openxmlformats.org/drawingml/2006/main" noGrp="1"/>
          </p:cNvSpPr>
          <p:nvPr/>
        </p:nvSpPr>
        <p:spPr>
          <a:xfrm xmlns:a="http://schemas.openxmlformats.org/drawingml/2006/main">
            <a:off x="4933950" y="25336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$0.91</a:t>
            </a:r>
          </a:p>
        </p:txBody>
      </p:sp>
      <p:sp>
        <p:nvSpPr>
          <p:cNvPr id="45" name="">
            <a:extLst xmlns:a="http://schemas.openxmlformats.org/drawingml/2006/main">
              <a:ext uri="{FF2B5EF4-FFF2-40B4-BE49-F238E27FC236}">
                <a16:creationId xmlns:a16="http://schemas.microsoft.com/office/drawing/2014/main" id="{1FB87779-46FC-4E20-891D-31583D8781CF}"/>
              </a:ext>
            </a:extLst>
          </p:cNvPr>
          <p:cNvSpPr>
            <a:spLocks xmlns:a="http://schemas.openxmlformats.org/drawingml/2006/main" noGrp="1"/>
          </p:cNvSpPr>
          <p:nvPr/>
        </p:nvSpPr>
        <p:spPr>
          <a:xfrm xmlns:a="http://schemas.openxmlformats.org/drawingml/2006/main">
            <a:off x="5505450" y="25336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Slice brief written and submitted for verification.</a:t>
            </a:r>
          </a:p>
          <a:p xmlns:a="http://schemas.openxmlformats.org/drawingml/2006/main">
            <a:r>
              <a:t/>
            </a:r>
          </a:p>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a:t>
            </a:r>
          </a:p>
        </p:txBody>
      </p:sp>
      <p:sp>
        <p:nvSpPr>
          <p:cNvPr id="46" name="">
            <a:extLst xmlns:a="http://schemas.openxmlformats.org/drawingml/2006/main">
              <a:ext uri="{FF2B5EF4-FFF2-40B4-BE49-F238E27FC236}">
                <a16:creationId xmlns:a16="http://schemas.microsoft.com/office/drawing/2014/main" id="{08E46173-47C6-4B38-A5E7-2485C47AAB9B}"/>
              </a:ext>
            </a:extLst>
          </p:cNvPr>
          <p:cNvSpPr>
            <a:spLocks xmlns:a="http://schemas.openxmlformats.org/drawingml/2006/main" noGrp="1"/>
          </p:cNvSpPr>
          <p:nvPr/>
        </p:nvSpPr>
        <p:spPr>
          <a:xfrm xmlns:a="http://schemas.openxmlformats.org/drawingml/2006/main">
            <a:off x="476250" y="30003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47" name="">
            <a:extLst xmlns:a="http://schemas.openxmlformats.org/drawingml/2006/main">
              <a:ext uri="{FF2B5EF4-FFF2-40B4-BE49-F238E27FC236}">
                <a16:creationId xmlns:a16="http://schemas.microsoft.com/office/drawing/2014/main" id="{4F2F55DA-5D2B-4761-AB6C-B49A8460A087}"/>
              </a:ext>
            </a:extLst>
          </p:cNvPr>
          <p:cNvSpPr>
            <a:spLocks xmlns:a="http://schemas.openxmlformats.org/drawingml/2006/main" noGrp="1"/>
          </p:cNvSpPr>
          <p:nvPr/>
        </p:nvSpPr>
        <p:spPr>
          <a:xfrm xmlns:a="http://schemas.openxmlformats.org/drawingml/2006/main">
            <a:off x="552450" y="28003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01:54</a:t>
            </a:r>
          </a:p>
        </p:txBody>
      </p:sp>
      <p:sp>
        <p:nvSpPr>
          <p:cNvPr id="48" name="">
            <a:extLst xmlns:a="http://schemas.openxmlformats.org/drawingml/2006/main">
              <a:ext uri="{FF2B5EF4-FFF2-40B4-BE49-F238E27FC236}">
                <a16:creationId xmlns:a16="http://schemas.microsoft.com/office/drawing/2014/main" id="{E03C1DB7-B14C-4A2E-B867-7965A8DB5508}"/>
              </a:ext>
            </a:extLst>
          </p:cNvPr>
          <p:cNvSpPr>
            <a:spLocks xmlns:a="http://schemas.openxmlformats.org/drawingml/2006/main" noGrp="1"/>
          </p:cNvSpPr>
          <p:nvPr/>
        </p:nvSpPr>
        <p:spPr>
          <a:xfrm xmlns:a="http://schemas.openxmlformats.org/drawingml/2006/main">
            <a:off x="1066800" y="28003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49" name="">
            <a:extLst xmlns:a="http://schemas.openxmlformats.org/drawingml/2006/main">
              <a:ext uri="{FF2B5EF4-FFF2-40B4-BE49-F238E27FC236}">
                <a16:creationId xmlns:a16="http://schemas.microsoft.com/office/drawing/2014/main" id="{C28A424A-B0A4-41F9-866F-07A6AA888080}"/>
              </a:ext>
            </a:extLst>
          </p:cNvPr>
          <p:cNvSpPr>
            <a:spLocks xmlns:a="http://schemas.openxmlformats.org/drawingml/2006/main" noGrp="1"/>
          </p:cNvSpPr>
          <p:nvPr/>
        </p:nvSpPr>
        <p:spPr>
          <a:xfrm xmlns:a="http://schemas.openxmlformats.org/drawingml/2006/main">
            <a:off x="1657350" y="28003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3206c0d3</a:t>
            </a:r>
          </a:p>
        </p:txBody>
      </p:sp>
      <p:sp>
        <p:nvSpPr>
          <p:cNvPr id="50" name="">
            <a:extLst xmlns:a="http://schemas.openxmlformats.org/drawingml/2006/main">
              <a:ext uri="{FF2B5EF4-FFF2-40B4-BE49-F238E27FC236}">
                <a16:creationId xmlns:a16="http://schemas.microsoft.com/office/drawing/2014/main" id="{0F2971F9-D27C-4427-9FE0-DC672E65BB20}"/>
              </a:ext>
            </a:extLst>
          </p:cNvPr>
          <p:cNvSpPr>
            <a:spLocks xmlns:a="http://schemas.openxmlformats.org/drawingml/2006/main" noGrp="1"/>
          </p:cNvSpPr>
          <p:nvPr/>
        </p:nvSpPr>
        <p:spPr>
          <a:xfrm xmlns:a="http://schemas.openxmlformats.org/drawingml/2006/main">
            <a:off x="2343150" y="28003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13</a:t>
            </a:r>
          </a:p>
        </p:txBody>
      </p:sp>
      <p:sp>
        <p:nvSpPr>
          <p:cNvPr id="51" name="">
            <a:extLst xmlns:a="http://schemas.openxmlformats.org/drawingml/2006/main">
              <a:ext uri="{FF2B5EF4-FFF2-40B4-BE49-F238E27FC236}">
                <a16:creationId xmlns:a16="http://schemas.microsoft.com/office/drawing/2014/main" id="{54950D91-292E-4F5F-B926-AA71D37EED86}"/>
              </a:ext>
            </a:extLst>
          </p:cNvPr>
          <p:cNvSpPr>
            <a:spLocks xmlns:a="http://schemas.openxmlformats.org/drawingml/2006/main" noGrp="1"/>
          </p:cNvSpPr>
          <p:nvPr/>
        </p:nvSpPr>
        <p:spPr>
          <a:xfrm xmlns:a="http://schemas.openxmlformats.org/drawingml/2006/main">
            <a:off x="2857500" y="28003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170k</a:t>
            </a:r>
          </a:p>
        </p:txBody>
      </p:sp>
      <p:sp>
        <p:nvSpPr>
          <p:cNvPr id="52" name="">
            <a:extLst xmlns:a="http://schemas.openxmlformats.org/drawingml/2006/main">
              <a:ext uri="{FF2B5EF4-FFF2-40B4-BE49-F238E27FC236}">
                <a16:creationId xmlns:a16="http://schemas.microsoft.com/office/drawing/2014/main" id="{824BCEA1-77A4-4F59-BC0E-67FBAC017F1B}"/>
              </a:ext>
            </a:extLst>
          </p:cNvPr>
          <p:cNvSpPr>
            <a:spLocks xmlns:a="http://schemas.openxmlformats.org/drawingml/2006/main" noGrp="1"/>
          </p:cNvSpPr>
          <p:nvPr/>
        </p:nvSpPr>
        <p:spPr>
          <a:xfrm xmlns:a="http://schemas.openxmlformats.org/drawingml/2006/main">
            <a:off x="3638550" y="28003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31k</a:t>
            </a:r>
          </a:p>
        </p:txBody>
      </p:sp>
      <p:sp>
        <p:nvSpPr>
          <p:cNvPr id="53" name="">
            <a:extLst xmlns:a="http://schemas.openxmlformats.org/drawingml/2006/main">
              <a:ext uri="{FF2B5EF4-FFF2-40B4-BE49-F238E27FC236}">
                <a16:creationId xmlns:a16="http://schemas.microsoft.com/office/drawing/2014/main" id="{8144727C-CE5E-4DAC-AF0B-58DADA1274CB}"/>
              </a:ext>
            </a:extLst>
          </p:cNvPr>
          <p:cNvSpPr>
            <a:spLocks xmlns:a="http://schemas.openxmlformats.org/drawingml/2006/main" noGrp="1"/>
          </p:cNvSpPr>
          <p:nvPr/>
        </p:nvSpPr>
        <p:spPr>
          <a:xfrm xmlns:a="http://schemas.openxmlformats.org/drawingml/2006/main">
            <a:off x="4305300" y="28003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4k</a:t>
            </a:r>
          </a:p>
        </p:txBody>
      </p:sp>
      <p:sp>
        <p:nvSpPr>
          <p:cNvPr id="54" name="">
            <a:extLst xmlns:a="http://schemas.openxmlformats.org/drawingml/2006/main">
              <a:ext uri="{FF2B5EF4-FFF2-40B4-BE49-F238E27FC236}">
                <a16:creationId xmlns:a16="http://schemas.microsoft.com/office/drawing/2014/main" id="{E66C448E-F8A3-4015-84A7-B978276EEE4B}"/>
              </a:ext>
            </a:extLst>
          </p:cNvPr>
          <p:cNvSpPr>
            <a:spLocks xmlns:a="http://schemas.openxmlformats.org/drawingml/2006/main" noGrp="1"/>
          </p:cNvSpPr>
          <p:nvPr/>
        </p:nvSpPr>
        <p:spPr>
          <a:xfrm xmlns:a="http://schemas.openxmlformats.org/drawingml/2006/main">
            <a:off x="4933950" y="28003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$0.38</a:t>
            </a:r>
          </a:p>
        </p:txBody>
      </p:sp>
      <p:sp>
        <p:nvSpPr>
          <p:cNvPr id="55" name="">
            <a:extLst xmlns:a="http://schemas.openxmlformats.org/drawingml/2006/main">
              <a:ext uri="{FF2B5EF4-FFF2-40B4-BE49-F238E27FC236}">
                <a16:creationId xmlns:a16="http://schemas.microsoft.com/office/drawing/2014/main" id="{9E073751-1765-4AB2-B10E-539F0E9F2CDE}"/>
              </a:ext>
            </a:extLst>
          </p:cNvPr>
          <p:cNvSpPr>
            <a:spLocks xmlns:a="http://schemas.openxmlformats.org/drawingml/2006/main" noGrp="1"/>
          </p:cNvSpPr>
          <p:nvPr/>
        </p:nvSpPr>
        <p:spPr>
          <a:xfrm xmlns:a="http://schemas.openxmlformats.org/drawingml/2006/main">
            <a:off x="5505450" y="28003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Verification complete. All three critical requirements</a:t>
            </a:r>
          </a:p>
        </p:txBody>
      </p:sp>
      <p:sp>
        <p:nvSpPr>
          <p:cNvPr id="56" name="">
            <a:extLst xmlns:a="http://schemas.openxmlformats.org/drawingml/2006/main">
              <a:ext uri="{FF2B5EF4-FFF2-40B4-BE49-F238E27FC236}">
                <a16:creationId xmlns:a16="http://schemas.microsoft.com/office/drawing/2014/main" id="{B153EF44-557A-410F-BBFC-ED2975D788EA}"/>
              </a:ext>
            </a:extLst>
          </p:cNvPr>
          <p:cNvSpPr>
            <a:spLocks xmlns:a="http://schemas.openxmlformats.org/drawingml/2006/main" noGrp="1"/>
          </p:cNvSpPr>
          <p:nvPr/>
        </p:nvSpPr>
        <p:spPr>
          <a:xfrm xmlns:a="http://schemas.openxmlformats.org/drawingml/2006/main">
            <a:off x="476250" y="32670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57" name="">
            <a:extLst xmlns:a="http://schemas.openxmlformats.org/drawingml/2006/main">
              <a:ext uri="{FF2B5EF4-FFF2-40B4-BE49-F238E27FC236}">
                <a16:creationId xmlns:a16="http://schemas.microsoft.com/office/drawing/2014/main" id="{C5FED158-708E-41C0-9526-28542F469492}"/>
              </a:ext>
            </a:extLst>
          </p:cNvPr>
          <p:cNvSpPr>
            <a:spLocks xmlns:a="http://schemas.openxmlformats.org/drawingml/2006/main" noGrp="1"/>
          </p:cNvSpPr>
          <p:nvPr/>
        </p:nvSpPr>
        <p:spPr>
          <a:xfrm xmlns:a="http://schemas.openxmlformats.org/drawingml/2006/main">
            <a:off x="552450" y="30670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01:55</a:t>
            </a:r>
          </a:p>
        </p:txBody>
      </p:sp>
      <p:sp>
        <p:nvSpPr>
          <p:cNvPr id="58" name="">
            <a:extLst xmlns:a="http://schemas.openxmlformats.org/drawingml/2006/main">
              <a:ext uri="{FF2B5EF4-FFF2-40B4-BE49-F238E27FC236}">
                <a16:creationId xmlns:a16="http://schemas.microsoft.com/office/drawing/2014/main" id="{F5F38DEC-FD82-4FA1-AB3C-58BBAAD0EAE4}"/>
              </a:ext>
            </a:extLst>
          </p:cNvPr>
          <p:cNvSpPr>
            <a:spLocks xmlns:a="http://schemas.openxmlformats.org/drawingml/2006/main" noGrp="1"/>
          </p:cNvSpPr>
          <p:nvPr/>
        </p:nvSpPr>
        <p:spPr>
          <a:xfrm xmlns:a="http://schemas.openxmlformats.org/drawingml/2006/main">
            <a:off x="1066800" y="30670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59" name="">
            <a:extLst xmlns:a="http://schemas.openxmlformats.org/drawingml/2006/main">
              <a:ext uri="{FF2B5EF4-FFF2-40B4-BE49-F238E27FC236}">
                <a16:creationId xmlns:a16="http://schemas.microsoft.com/office/drawing/2014/main" id="{4C97524C-B39D-4C94-9C04-CCF435523BC9}"/>
              </a:ext>
            </a:extLst>
          </p:cNvPr>
          <p:cNvSpPr>
            <a:spLocks xmlns:a="http://schemas.openxmlformats.org/drawingml/2006/main" noGrp="1"/>
          </p:cNvSpPr>
          <p:nvPr/>
        </p:nvSpPr>
        <p:spPr>
          <a:xfrm xmlns:a="http://schemas.openxmlformats.org/drawingml/2006/main">
            <a:off x="1657350" y="30670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0f6b2382</a:t>
            </a:r>
          </a:p>
        </p:txBody>
      </p:sp>
      <p:sp>
        <p:nvSpPr>
          <p:cNvPr id="60" name="">
            <a:extLst xmlns:a="http://schemas.openxmlformats.org/drawingml/2006/main">
              <a:ext uri="{FF2B5EF4-FFF2-40B4-BE49-F238E27FC236}">
                <a16:creationId xmlns:a16="http://schemas.microsoft.com/office/drawing/2014/main" id="{CB01FF1A-2073-4261-BA33-72B1627A5BAC}"/>
              </a:ext>
            </a:extLst>
          </p:cNvPr>
          <p:cNvSpPr>
            <a:spLocks xmlns:a="http://schemas.openxmlformats.org/drawingml/2006/main" noGrp="1"/>
          </p:cNvSpPr>
          <p:nvPr/>
        </p:nvSpPr>
        <p:spPr>
          <a:xfrm xmlns:a="http://schemas.openxmlformats.org/drawingml/2006/main">
            <a:off x="2343150" y="30670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22</a:t>
            </a:r>
          </a:p>
        </p:txBody>
      </p:sp>
      <p:sp>
        <p:nvSpPr>
          <p:cNvPr id="61" name="">
            <a:extLst xmlns:a="http://schemas.openxmlformats.org/drawingml/2006/main">
              <a:ext uri="{FF2B5EF4-FFF2-40B4-BE49-F238E27FC236}">
                <a16:creationId xmlns:a16="http://schemas.microsoft.com/office/drawing/2014/main" id="{33F1248F-2BC9-41B5-9C6F-27AB31BF2495}"/>
              </a:ext>
            </a:extLst>
          </p:cNvPr>
          <p:cNvSpPr>
            <a:spLocks xmlns:a="http://schemas.openxmlformats.org/drawingml/2006/main" noGrp="1"/>
          </p:cNvSpPr>
          <p:nvPr/>
        </p:nvSpPr>
        <p:spPr>
          <a:xfrm xmlns:a="http://schemas.openxmlformats.org/drawingml/2006/main">
            <a:off x="2857500" y="30670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539k</a:t>
            </a:r>
          </a:p>
        </p:txBody>
      </p:sp>
      <p:sp>
        <p:nvSpPr>
          <p:cNvPr id="62" name="">
            <a:extLst xmlns:a="http://schemas.openxmlformats.org/drawingml/2006/main">
              <a:ext uri="{FF2B5EF4-FFF2-40B4-BE49-F238E27FC236}">
                <a16:creationId xmlns:a16="http://schemas.microsoft.com/office/drawing/2014/main" id="{F6224EDE-C635-4235-AF2B-F51F9C8C8FF8}"/>
              </a:ext>
            </a:extLst>
          </p:cNvPr>
          <p:cNvSpPr>
            <a:spLocks xmlns:a="http://schemas.openxmlformats.org/drawingml/2006/main" noGrp="1"/>
          </p:cNvSpPr>
          <p:nvPr/>
        </p:nvSpPr>
        <p:spPr>
          <a:xfrm xmlns:a="http://schemas.openxmlformats.org/drawingml/2006/main">
            <a:off x="3638550" y="30670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60k</a:t>
            </a:r>
          </a:p>
        </p:txBody>
      </p:sp>
      <p:sp>
        <p:nvSpPr>
          <p:cNvPr id="63" name="">
            <a:extLst xmlns:a="http://schemas.openxmlformats.org/drawingml/2006/main">
              <a:ext uri="{FF2B5EF4-FFF2-40B4-BE49-F238E27FC236}">
                <a16:creationId xmlns:a16="http://schemas.microsoft.com/office/drawing/2014/main" id="{D22D3AC5-F3CA-4BF6-9535-BA15D9767D9C}"/>
              </a:ext>
            </a:extLst>
          </p:cNvPr>
          <p:cNvSpPr>
            <a:spLocks xmlns:a="http://schemas.openxmlformats.org/drawingml/2006/main" noGrp="1"/>
          </p:cNvSpPr>
          <p:nvPr/>
        </p:nvSpPr>
        <p:spPr>
          <a:xfrm xmlns:a="http://schemas.openxmlformats.org/drawingml/2006/main">
            <a:off x="4305300" y="30670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6k</a:t>
            </a:r>
          </a:p>
        </p:txBody>
      </p:sp>
      <p:sp>
        <p:nvSpPr>
          <p:cNvPr id="64" name="">
            <a:extLst xmlns:a="http://schemas.openxmlformats.org/drawingml/2006/main">
              <a:ext uri="{FF2B5EF4-FFF2-40B4-BE49-F238E27FC236}">
                <a16:creationId xmlns:a16="http://schemas.microsoft.com/office/drawing/2014/main" id="{28B97F07-C0C4-4CC6-9701-1AA27CDB35D5}"/>
              </a:ext>
            </a:extLst>
          </p:cNvPr>
          <p:cNvSpPr>
            <a:spLocks xmlns:a="http://schemas.openxmlformats.org/drawingml/2006/main" noGrp="1"/>
          </p:cNvSpPr>
          <p:nvPr/>
        </p:nvSpPr>
        <p:spPr>
          <a:xfrm xmlns:a="http://schemas.openxmlformats.org/drawingml/2006/main">
            <a:off x="4933950" y="30670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$0.80</a:t>
            </a:r>
          </a:p>
        </p:txBody>
      </p:sp>
      <p:sp>
        <p:nvSpPr>
          <p:cNvPr id="65" name="">
            <a:extLst xmlns:a="http://schemas.openxmlformats.org/drawingml/2006/main">
              <a:ext uri="{FF2B5EF4-FFF2-40B4-BE49-F238E27FC236}">
                <a16:creationId xmlns:a16="http://schemas.microsoft.com/office/drawing/2014/main" id="{4DB64338-3494-4812-BBDE-61061E90562E}"/>
              </a:ext>
            </a:extLst>
          </p:cNvPr>
          <p:cNvSpPr>
            <a:spLocks xmlns:a="http://schemas.openxmlformats.org/drawingml/2006/main" noGrp="1"/>
          </p:cNvSpPr>
          <p:nvPr/>
        </p:nvSpPr>
        <p:spPr>
          <a:xfrm xmlns:a="http://schemas.openxmlformats.org/drawingml/2006/main">
            <a:off x="5505450" y="30670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Submitted. Summary:</a:t>
            </a:r>
          </a:p>
          <a:p xmlns:a="http://schemas.openxmlformats.org/drawingml/2006/main">
            <a:r>
              <a:t/>
            </a:r>
          </a:p>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 Created child run `2ea5fbe8-7b5</a:t>
            </a:r>
          </a:p>
        </p:txBody>
      </p:sp>
      <p:sp>
        <p:nvSpPr>
          <p:cNvPr id="66" name="">
            <a:extLst xmlns:a="http://schemas.openxmlformats.org/drawingml/2006/main">
              <a:ext uri="{FF2B5EF4-FFF2-40B4-BE49-F238E27FC236}">
                <a16:creationId xmlns:a16="http://schemas.microsoft.com/office/drawing/2014/main" id="{FF89DCEE-26DB-44E8-9FE6-A5D1695BA427}"/>
              </a:ext>
            </a:extLst>
          </p:cNvPr>
          <p:cNvSpPr>
            <a:spLocks xmlns:a="http://schemas.openxmlformats.org/drawingml/2006/main" noGrp="1"/>
          </p:cNvSpPr>
          <p:nvPr/>
        </p:nvSpPr>
        <p:spPr>
          <a:xfrm xmlns:a="http://schemas.openxmlformats.org/drawingml/2006/main">
            <a:off x="476250" y="35337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7" name="">
            <a:extLst xmlns:a="http://schemas.openxmlformats.org/drawingml/2006/main">
              <a:ext uri="{FF2B5EF4-FFF2-40B4-BE49-F238E27FC236}">
                <a16:creationId xmlns:a16="http://schemas.microsoft.com/office/drawing/2014/main" id="{50B47BAB-5283-44F3-8EEA-E6A596417821}"/>
              </a:ext>
            </a:extLst>
          </p:cNvPr>
          <p:cNvSpPr>
            <a:spLocks xmlns:a="http://schemas.openxmlformats.org/drawingml/2006/main" noGrp="1"/>
          </p:cNvSpPr>
          <p:nvPr/>
        </p:nvSpPr>
        <p:spPr>
          <a:xfrm xmlns:a="http://schemas.openxmlformats.org/drawingml/2006/main">
            <a:off x="552450" y="33337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01:56</a:t>
            </a:r>
          </a:p>
        </p:txBody>
      </p:sp>
      <p:sp>
        <p:nvSpPr>
          <p:cNvPr id="68" name="">
            <a:extLst xmlns:a="http://schemas.openxmlformats.org/drawingml/2006/main">
              <a:ext uri="{FF2B5EF4-FFF2-40B4-BE49-F238E27FC236}">
                <a16:creationId xmlns:a16="http://schemas.microsoft.com/office/drawing/2014/main" id="{C3613AA7-E6FB-4B64-A3B9-53B022C49496}"/>
              </a:ext>
            </a:extLst>
          </p:cNvPr>
          <p:cNvSpPr>
            <a:spLocks xmlns:a="http://schemas.openxmlformats.org/drawingml/2006/main" noGrp="1"/>
          </p:cNvSpPr>
          <p:nvPr/>
        </p:nvSpPr>
        <p:spPr>
          <a:xfrm xmlns:a="http://schemas.openxmlformats.org/drawingml/2006/main">
            <a:off x="1066800" y="33337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69" name="">
            <a:extLst xmlns:a="http://schemas.openxmlformats.org/drawingml/2006/main">
              <a:ext uri="{FF2B5EF4-FFF2-40B4-BE49-F238E27FC236}">
                <a16:creationId xmlns:a16="http://schemas.microsoft.com/office/drawing/2014/main" id="{FB947487-EA41-4EE5-B964-E04D11745ADB}"/>
              </a:ext>
            </a:extLst>
          </p:cNvPr>
          <p:cNvSpPr>
            <a:spLocks xmlns:a="http://schemas.openxmlformats.org/drawingml/2006/main" noGrp="1"/>
          </p:cNvSpPr>
          <p:nvPr/>
        </p:nvSpPr>
        <p:spPr>
          <a:xfrm xmlns:a="http://schemas.openxmlformats.org/drawingml/2006/main">
            <a:off x="1657350" y="33337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0f6b2382</a:t>
            </a:r>
          </a:p>
        </p:txBody>
      </p:sp>
      <p:sp>
        <p:nvSpPr>
          <p:cNvPr id="70" name="">
            <a:extLst xmlns:a="http://schemas.openxmlformats.org/drawingml/2006/main">
              <a:ext uri="{FF2B5EF4-FFF2-40B4-BE49-F238E27FC236}">
                <a16:creationId xmlns:a16="http://schemas.microsoft.com/office/drawing/2014/main" id="{2CFED0C9-6490-46C8-8F74-5C8748DD3597}"/>
              </a:ext>
            </a:extLst>
          </p:cNvPr>
          <p:cNvSpPr>
            <a:spLocks xmlns:a="http://schemas.openxmlformats.org/drawingml/2006/main" noGrp="1"/>
          </p:cNvSpPr>
          <p:nvPr/>
        </p:nvSpPr>
        <p:spPr>
          <a:xfrm xmlns:a="http://schemas.openxmlformats.org/drawingml/2006/main">
            <a:off x="2343150" y="33337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13</a:t>
            </a:r>
          </a:p>
        </p:txBody>
      </p:sp>
      <p:sp>
        <p:nvSpPr>
          <p:cNvPr id="71" name="">
            <a:extLst xmlns:a="http://schemas.openxmlformats.org/drawingml/2006/main">
              <a:ext uri="{FF2B5EF4-FFF2-40B4-BE49-F238E27FC236}">
                <a16:creationId xmlns:a16="http://schemas.microsoft.com/office/drawing/2014/main" id="{84DF7285-8C4E-42DF-B11D-1F9597A5AD4A}"/>
              </a:ext>
            </a:extLst>
          </p:cNvPr>
          <p:cNvSpPr>
            <a:spLocks xmlns:a="http://schemas.openxmlformats.org/drawingml/2006/main" noGrp="1"/>
          </p:cNvSpPr>
          <p:nvPr/>
        </p:nvSpPr>
        <p:spPr>
          <a:xfrm xmlns:a="http://schemas.openxmlformats.org/drawingml/2006/main">
            <a:off x="2857500" y="33337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225k</a:t>
            </a:r>
          </a:p>
        </p:txBody>
      </p:sp>
      <p:sp>
        <p:nvSpPr>
          <p:cNvPr id="72" name="">
            <a:extLst xmlns:a="http://schemas.openxmlformats.org/drawingml/2006/main">
              <a:ext uri="{FF2B5EF4-FFF2-40B4-BE49-F238E27FC236}">
                <a16:creationId xmlns:a16="http://schemas.microsoft.com/office/drawing/2014/main" id="{585052F0-2CDC-434D-8516-B5463C1C6A17}"/>
              </a:ext>
            </a:extLst>
          </p:cNvPr>
          <p:cNvSpPr>
            <a:spLocks xmlns:a="http://schemas.openxmlformats.org/drawingml/2006/main" noGrp="1"/>
          </p:cNvSpPr>
          <p:nvPr/>
        </p:nvSpPr>
        <p:spPr>
          <a:xfrm xmlns:a="http://schemas.openxmlformats.org/drawingml/2006/main">
            <a:off x="3638550" y="33337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39k</a:t>
            </a:r>
          </a:p>
        </p:txBody>
      </p:sp>
      <p:sp>
        <p:nvSpPr>
          <p:cNvPr id="73" name="">
            <a:extLst xmlns:a="http://schemas.openxmlformats.org/drawingml/2006/main">
              <a:ext uri="{FF2B5EF4-FFF2-40B4-BE49-F238E27FC236}">
                <a16:creationId xmlns:a16="http://schemas.microsoft.com/office/drawing/2014/main" id="{ADBA71F5-F86E-4FF2-8049-11F1EB1F95EB}"/>
              </a:ext>
            </a:extLst>
          </p:cNvPr>
          <p:cNvSpPr>
            <a:spLocks xmlns:a="http://schemas.openxmlformats.org/drawingml/2006/main" noGrp="1"/>
          </p:cNvSpPr>
          <p:nvPr/>
        </p:nvSpPr>
        <p:spPr>
          <a:xfrm xmlns:a="http://schemas.openxmlformats.org/drawingml/2006/main">
            <a:off x="4305300" y="33337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5k</a:t>
            </a:r>
          </a:p>
        </p:txBody>
      </p:sp>
      <p:sp>
        <p:nvSpPr>
          <p:cNvPr id="74" name="">
            <a:extLst xmlns:a="http://schemas.openxmlformats.org/drawingml/2006/main">
              <a:ext uri="{FF2B5EF4-FFF2-40B4-BE49-F238E27FC236}">
                <a16:creationId xmlns:a16="http://schemas.microsoft.com/office/drawing/2014/main" id="{233FB413-A6E8-44AF-B557-C8D20DFE9D05}"/>
              </a:ext>
            </a:extLst>
          </p:cNvPr>
          <p:cNvSpPr>
            <a:spLocks xmlns:a="http://schemas.openxmlformats.org/drawingml/2006/main" noGrp="1"/>
          </p:cNvSpPr>
          <p:nvPr/>
        </p:nvSpPr>
        <p:spPr>
          <a:xfrm xmlns:a="http://schemas.openxmlformats.org/drawingml/2006/main">
            <a:off x="4933950" y="33337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$0.48</a:t>
            </a:r>
          </a:p>
        </p:txBody>
      </p:sp>
      <p:sp>
        <p:nvSpPr>
          <p:cNvPr id="75" name="">
            <a:extLst xmlns:a="http://schemas.openxmlformats.org/drawingml/2006/main">
              <a:ext uri="{FF2B5EF4-FFF2-40B4-BE49-F238E27FC236}">
                <a16:creationId xmlns:a16="http://schemas.microsoft.com/office/drawing/2014/main" id="{5136FDBE-9086-4AC1-808A-09179FCA4794}"/>
              </a:ext>
            </a:extLst>
          </p:cNvPr>
          <p:cNvSpPr>
            <a:spLocks xmlns:a="http://schemas.openxmlformats.org/drawingml/2006/main" noGrp="1"/>
          </p:cNvSpPr>
          <p:nvPr/>
        </p:nvSpPr>
        <p:spPr>
          <a:xfrm xmlns:a="http://schemas.openxmlformats.org/drawingml/2006/main">
            <a:off x="5505450" y="33337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All four critical requirements graded A and submission</a:t>
            </a:r>
          </a:p>
        </p:txBody>
      </p:sp>
      <p:sp>
        <p:nvSpPr>
          <p:cNvPr id="76" name="">
            <a:extLst xmlns:a="http://schemas.openxmlformats.org/drawingml/2006/main">
              <a:ext uri="{FF2B5EF4-FFF2-40B4-BE49-F238E27FC236}">
                <a16:creationId xmlns:a16="http://schemas.microsoft.com/office/drawing/2014/main" id="{6B85F83B-8E68-4B73-9A75-029B89503CDD}"/>
              </a:ext>
            </a:extLst>
          </p:cNvPr>
          <p:cNvSpPr>
            <a:spLocks xmlns:a="http://schemas.openxmlformats.org/drawingml/2006/main" noGrp="1"/>
          </p:cNvSpPr>
          <p:nvPr/>
        </p:nvSpPr>
        <p:spPr>
          <a:xfrm xmlns:a="http://schemas.openxmlformats.org/drawingml/2006/main">
            <a:off x="476250" y="38004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77" name="">
            <a:extLst xmlns:a="http://schemas.openxmlformats.org/drawingml/2006/main">
              <a:ext uri="{FF2B5EF4-FFF2-40B4-BE49-F238E27FC236}">
                <a16:creationId xmlns:a16="http://schemas.microsoft.com/office/drawing/2014/main" id="{A720427B-CC29-4CD4-BCB4-9ED8E42D22E9}"/>
              </a:ext>
            </a:extLst>
          </p:cNvPr>
          <p:cNvSpPr>
            <a:spLocks xmlns:a="http://schemas.openxmlformats.org/drawingml/2006/main" noGrp="1"/>
          </p:cNvSpPr>
          <p:nvPr/>
        </p:nvSpPr>
        <p:spPr>
          <a:xfrm xmlns:a="http://schemas.openxmlformats.org/drawingml/2006/main">
            <a:off x="552450" y="36004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02:04</a:t>
            </a:r>
          </a:p>
        </p:txBody>
      </p:sp>
      <p:sp>
        <p:nvSpPr>
          <p:cNvPr id="78" name="">
            <a:extLst xmlns:a="http://schemas.openxmlformats.org/drawingml/2006/main">
              <a:ext uri="{FF2B5EF4-FFF2-40B4-BE49-F238E27FC236}">
                <a16:creationId xmlns:a16="http://schemas.microsoft.com/office/drawing/2014/main" id="{BC1FDEE4-692B-4D5F-A6E3-5B9C8E73F448}"/>
              </a:ext>
            </a:extLst>
          </p:cNvPr>
          <p:cNvSpPr>
            <a:spLocks xmlns:a="http://schemas.openxmlformats.org/drawingml/2006/main" noGrp="1"/>
          </p:cNvSpPr>
          <p:nvPr/>
        </p:nvSpPr>
        <p:spPr>
          <a:xfrm xmlns:a="http://schemas.openxmlformats.org/drawingml/2006/main">
            <a:off x="1066800" y="36004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79" name="">
            <a:extLst xmlns:a="http://schemas.openxmlformats.org/drawingml/2006/main">
              <a:ext uri="{FF2B5EF4-FFF2-40B4-BE49-F238E27FC236}">
                <a16:creationId xmlns:a16="http://schemas.microsoft.com/office/drawing/2014/main" id="{682C25C7-A8E8-4907-A8FC-22561AD8A7CE}"/>
              </a:ext>
            </a:extLst>
          </p:cNvPr>
          <p:cNvSpPr>
            <a:spLocks xmlns:a="http://schemas.openxmlformats.org/drawingml/2006/main" noGrp="1"/>
          </p:cNvSpPr>
          <p:nvPr/>
        </p:nvSpPr>
        <p:spPr>
          <a:xfrm xmlns:a="http://schemas.openxmlformats.org/drawingml/2006/main">
            <a:off x="1657350" y="36004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1f58acb1</a:t>
            </a:r>
          </a:p>
        </p:txBody>
      </p:sp>
      <p:sp>
        <p:nvSpPr>
          <p:cNvPr id="80" name="">
            <a:extLst xmlns:a="http://schemas.openxmlformats.org/drawingml/2006/main">
              <a:ext uri="{FF2B5EF4-FFF2-40B4-BE49-F238E27FC236}">
                <a16:creationId xmlns:a16="http://schemas.microsoft.com/office/drawing/2014/main" id="{BF482DBF-5218-4F01-B4C8-E9CFDECB2F0C}"/>
              </a:ext>
            </a:extLst>
          </p:cNvPr>
          <p:cNvSpPr>
            <a:spLocks xmlns:a="http://schemas.openxmlformats.org/drawingml/2006/main" noGrp="1"/>
          </p:cNvSpPr>
          <p:nvPr/>
        </p:nvSpPr>
        <p:spPr>
          <a:xfrm xmlns:a="http://schemas.openxmlformats.org/drawingml/2006/main">
            <a:off x="2343150" y="36004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16</a:t>
            </a:r>
          </a:p>
        </p:txBody>
      </p:sp>
      <p:sp>
        <p:nvSpPr>
          <p:cNvPr id="81" name="">
            <a:extLst xmlns:a="http://schemas.openxmlformats.org/drawingml/2006/main">
              <a:ext uri="{FF2B5EF4-FFF2-40B4-BE49-F238E27FC236}">
                <a16:creationId xmlns:a16="http://schemas.microsoft.com/office/drawing/2014/main" id="{62BD1D5C-F6B2-4193-B3E2-787018F71B3A}"/>
              </a:ext>
            </a:extLst>
          </p:cNvPr>
          <p:cNvSpPr>
            <a:spLocks xmlns:a="http://schemas.openxmlformats.org/drawingml/2006/main" noGrp="1"/>
          </p:cNvSpPr>
          <p:nvPr/>
        </p:nvSpPr>
        <p:spPr>
          <a:xfrm xmlns:a="http://schemas.openxmlformats.org/drawingml/2006/main">
            <a:off x="2857500" y="36004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343k</a:t>
            </a:r>
          </a:p>
        </p:txBody>
      </p:sp>
      <p:sp>
        <p:nvSpPr>
          <p:cNvPr id="82" name="">
            <a:extLst xmlns:a="http://schemas.openxmlformats.org/drawingml/2006/main">
              <a:ext uri="{FF2B5EF4-FFF2-40B4-BE49-F238E27FC236}">
                <a16:creationId xmlns:a16="http://schemas.microsoft.com/office/drawing/2014/main" id="{157BB5CF-97DA-4EE4-A6F9-5DBB67419ECE}"/>
              </a:ext>
            </a:extLst>
          </p:cNvPr>
          <p:cNvSpPr>
            <a:spLocks xmlns:a="http://schemas.openxmlformats.org/drawingml/2006/main" noGrp="1"/>
          </p:cNvSpPr>
          <p:nvPr/>
        </p:nvSpPr>
        <p:spPr>
          <a:xfrm xmlns:a="http://schemas.openxmlformats.org/drawingml/2006/main">
            <a:off x="3638550" y="36004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59k</a:t>
            </a:r>
          </a:p>
        </p:txBody>
      </p:sp>
      <p:sp>
        <p:nvSpPr>
          <p:cNvPr id="83" name="">
            <a:extLst xmlns:a="http://schemas.openxmlformats.org/drawingml/2006/main">
              <a:ext uri="{FF2B5EF4-FFF2-40B4-BE49-F238E27FC236}">
                <a16:creationId xmlns:a16="http://schemas.microsoft.com/office/drawing/2014/main" id="{27ED4ECA-661F-4910-8761-858836EB240B}"/>
              </a:ext>
            </a:extLst>
          </p:cNvPr>
          <p:cNvSpPr>
            <a:spLocks xmlns:a="http://schemas.openxmlformats.org/drawingml/2006/main" noGrp="1"/>
          </p:cNvSpPr>
          <p:nvPr/>
        </p:nvSpPr>
        <p:spPr>
          <a:xfrm xmlns:a="http://schemas.openxmlformats.org/drawingml/2006/main">
            <a:off x="4305300" y="36004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7k</a:t>
            </a:r>
          </a:p>
        </p:txBody>
      </p:sp>
      <p:sp>
        <p:nvSpPr>
          <p:cNvPr id="84" name="">
            <a:extLst xmlns:a="http://schemas.openxmlformats.org/drawingml/2006/main">
              <a:ext uri="{FF2B5EF4-FFF2-40B4-BE49-F238E27FC236}">
                <a16:creationId xmlns:a16="http://schemas.microsoft.com/office/drawing/2014/main" id="{870AAB5D-7335-46F3-B617-C07711D0E34B}"/>
              </a:ext>
            </a:extLst>
          </p:cNvPr>
          <p:cNvSpPr>
            <a:spLocks xmlns:a="http://schemas.openxmlformats.org/drawingml/2006/main" noGrp="1"/>
          </p:cNvSpPr>
          <p:nvPr/>
        </p:nvSpPr>
        <p:spPr>
          <a:xfrm xmlns:a="http://schemas.openxmlformats.org/drawingml/2006/main">
            <a:off x="4933950" y="36004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$0.71</a:t>
            </a:r>
          </a:p>
        </p:txBody>
      </p:sp>
      <p:sp>
        <p:nvSpPr>
          <p:cNvPr id="85" name="">
            <a:extLst xmlns:a="http://schemas.openxmlformats.org/drawingml/2006/main">
              <a:ext uri="{FF2B5EF4-FFF2-40B4-BE49-F238E27FC236}">
                <a16:creationId xmlns:a16="http://schemas.microsoft.com/office/drawing/2014/main" id="{74FB9374-4FA9-4ACD-A290-E19DE44B846D}"/>
              </a:ext>
            </a:extLst>
          </p:cNvPr>
          <p:cNvSpPr>
            <a:spLocks xmlns:a="http://schemas.openxmlformats.org/drawingml/2006/main" noGrp="1"/>
          </p:cNvSpPr>
          <p:nvPr/>
        </p:nvSpPr>
        <p:spPr>
          <a:xfrm xmlns:a="http://schemas.openxmlformats.org/drawingml/2006/main">
            <a:off x="5505450" y="36004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Submitted. Summary of the oversight pass:</a:t>
            </a:r>
          </a:p>
          <a:p xmlns:a="http://schemas.openxmlformats.org/drawingml/2006/main">
            <a:r>
              <a:t/>
            </a:r>
          </a:p>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 **Child s</a:t>
            </a:r>
          </a:p>
        </p:txBody>
      </p:sp>
      <p:sp>
        <p:nvSpPr>
          <p:cNvPr id="86" name="">
            <a:extLst xmlns:a="http://schemas.openxmlformats.org/drawingml/2006/main">
              <a:ext uri="{FF2B5EF4-FFF2-40B4-BE49-F238E27FC236}">
                <a16:creationId xmlns:a16="http://schemas.microsoft.com/office/drawing/2014/main" id="{FD82D6C0-44C2-4A30-AEAD-78375DD5DA9F}"/>
              </a:ext>
            </a:extLst>
          </p:cNvPr>
          <p:cNvSpPr>
            <a:spLocks xmlns:a="http://schemas.openxmlformats.org/drawingml/2006/main" noGrp="1"/>
          </p:cNvSpPr>
          <p:nvPr/>
        </p:nvSpPr>
        <p:spPr>
          <a:xfrm xmlns:a="http://schemas.openxmlformats.org/drawingml/2006/main">
            <a:off x="476250" y="40671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87" name="">
            <a:extLst xmlns:a="http://schemas.openxmlformats.org/drawingml/2006/main">
              <a:ext uri="{FF2B5EF4-FFF2-40B4-BE49-F238E27FC236}">
                <a16:creationId xmlns:a16="http://schemas.microsoft.com/office/drawing/2014/main" id="{58D70B13-824B-4FD4-BCBB-6364EE9DD3A9}"/>
              </a:ext>
            </a:extLst>
          </p:cNvPr>
          <p:cNvSpPr>
            <a:spLocks xmlns:a="http://schemas.openxmlformats.org/drawingml/2006/main" noGrp="1"/>
          </p:cNvSpPr>
          <p:nvPr/>
        </p:nvSpPr>
        <p:spPr>
          <a:xfrm xmlns:a="http://schemas.openxmlformats.org/drawingml/2006/main">
            <a:off x="552450" y="38671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02:05</a:t>
            </a:r>
          </a:p>
        </p:txBody>
      </p:sp>
      <p:sp>
        <p:nvSpPr>
          <p:cNvPr id="88" name="">
            <a:extLst xmlns:a="http://schemas.openxmlformats.org/drawingml/2006/main">
              <a:ext uri="{FF2B5EF4-FFF2-40B4-BE49-F238E27FC236}">
                <a16:creationId xmlns:a16="http://schemas.microsoft.com/office/drawing/2014/main" id="{C64CB546-8BF3-4F85-9D40-EB35070C54ED}"/>
              </a:ext>
            </a:extLst>
          </p:cNvPr>
          <p:cNvSpPr>
            <a:spLocks xmlns:a="http://schemas.openxmlformats.org/drawingml/2006/main" noGrp="1"/>
          </p:cNvSpPr>
          <p:nvPr/>
        </p:nvSpPr>
        <p:spPr>
          <a:xfrm xmlns:a="http://schemas.openxmlformats.org/drawingml/2006/main">
            <a:off x="1066800" y="38671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89" name="">
            <a:extLst xmlns:a="http://schemas.openxmlformats.org/drawingml/2006/main">
              <a:ext uri="{FF2B5EF4-FFF2-40B4-BE49-F238E27FC236}">
                <a16:creationId xmlns:a16="http://schemas.microsoft.com/office/drawing/2014/main" id="{27232162-F1B8-418E-AEB9-DEA3CC3CCA8A}"/>
              </a:ext>
            </a:extLst>
          </p:cNvPr>
          <p:cNvSpPr>
            <a:spLocks xmlns:a="http://schemas.openxmlformats.org/drawingml/2006/main" noGrp="1"/>
          </p:cNvSpPr>
          <p:nvPr/>
        </p:nvSpPr>
        <p:spPr>
          <a:xfrm xmlns:a="http://schemas.openxmlformats.org/drawingml/2006/main">
            <a:off x="1657350" y="38671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1f58acb1</a:t>
            </a:r>
          </a:p>
        </p:txBody>
      </p:sp>
      <p:sp>
        <p:nvSpPr>
          <p:cNvPr id="90" name="">
            <a:extLst xmlns:a="http://schemas.openxmlformats.org/drawingml/2006/main">
              <a:ext uri="{FF2B5EF4-FFF2-40B4-BE49-F238E27FC236}">
                <a16:creationId xmlns:a16="http://schemas.microsoft.com/office/drawing/2014/main" id="{0DA1D798-F8A8-4937-92D9-1596B1516013}"/>
              </a:ext>
            </a:extLst>
          </p:cNvPr>
          <p:cNvSpPr>
            <a:spLocks xmlns:a="http://schemas.openxmlformats.org/drawingml/2006/main" noGrp="1"/>
          </p:cNvSpPr>
          <p:nvPr/>
        </p:nvSpPr>
        <p:spPr>
          <a:xfrm xmlns:a="http://schemas.openxmlformats.org/drawingml/2006/main">
            <a:off x="2343150" y="38671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21</a:t>
            </a:r>
          </a:p>
        </p:txBody>
      </p:sp>
      <p:sp>
        <p:nvSpPr>
          <p:cNvPr id="91" name="">
            <a:extLst xmlns:a="http://schemas.openxmlformats.org/drawingml/2006/main">
              <a:ext uri="{FF2B5EF4-FFF2-40B4-BE49-F238E27FC236}">
                <a16:creationId xmlns:a16="http://schemas.microsoft.com/office/drawing/2014/main" id="{4969BBB0-6412-408F-B339-6BFC6ECC5BCB}"/>
              </a:ext>
            </a:extLst>
          </p:cNvPr>
          <p:cNvSpPr>
            <a:spLocks xmlns:a="http://schemas.openxmlformats.org/drawingml/2006/main" noGrp="1"/>
          </p:cNvSpPr>
          <p:nvPr/>
        </p:nvSpPr>
        <p:spPr>
          <a:xfrm xmlns:a="http://schemas.openxmlformats.org/drawingml/2006/main">
            <a:off x="2857500" y="38671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374k</a:t>
            </a:r>
          </a:p>
        </p:txBody>
      </p:sp>
      <p:sp>
        <p:nvSpPr>
          <p:cNvPr id="92" name="">
            <a:extLst xmlns:a="http://schemas.openxmlformats.org/drawingml/2006/main">
              <a:ext uri="{FF2B5EF4-FFF2-40B4-BE49-F238E27FC236}">
                <a16:creationId xmlns:a16="http://schemas.microsoft.com/office/drawing/2014/main" id="{2420059E-8A27-4D4C-B933-8E5B3FA70157}"/>
              </a:ext>
            </a:extLst>
          </p:cNvPr>
          <p:cNvSpPr>
            <a:spLocks xmlns:a="http://schemas.openxmlformats.org/drawingml/2006/main" noGrp="1"/>
          </p:cNvSpPr>
          <p:nvPr/>
        </p:nvSpPr>
        <p:spPr>
          <a:xfrm xmlns:a="http://schemas.openxmlformats.org/drawingml/2006/main">
            <a:off x="3638550" y="38671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39k</a:t>
            </a:r>
          </a:p>
        </p:txBody>
      </p:sp>
      <p:sp>
        <p:nvSpPr>
          <p:cNvPr id="93" name="">
            <a:extLst xmlns:a="http://schemas.openxmlformats.org/drawingml/2006/main">
              <a:ext uri="{FF2B5EF4-FFF2-40B4-BE49-F238E27FC236}">
                <a16:creationId xmlns:a16="http://schemas.microsoft.com/office/drawing/2014/main" id="{B3EBA261-EC1C-49E1-AB44-EA86BEC73649}"/>
              </a:ext>
            </a:extLst>
          </p:cNvPr>
          <p:cNvSpPr>
            <a:spLocks xmlns:a="http://schemas.openxmlformats.org/drawingml/2006/main" noGrp="1"/>
          </p:cNvSpPr>
          <p:nvPr/>
        </p:nvSpPr>
        <p:spPr>
          <a:xfrm xmlns:a="http://schemas.openxmlformats.org/drawingml/2006/main">
            <a:off x="4305300" y="38671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5k</a:t>
            </a:r>
          </a:p>
        </p:txBody>
      </p:sp>
      <p:sp>
        <p:nvSpPr>
          <p:cNvPr id="94" name="">
            <a:extLst xmlns:a="http://schemas.openxmlformats.org/drawingml/2006/main">
              <a:ext uri="{FF2B5EF4-FFF2-40B4-BE49-F238E27FC236}">
                <a16:creationId xmlns:a16="http://schemas.microsoft.com/office/drawing/2014/main" id="{7A8AE5CD-F2CD-4E48-A09D-676C1D7179D7}"/>
              </a:ext>
            </a:extLst>
          </p:cNvPr>
          <p:cNvSpPr>
            <a:spLocks xmlns:a="http://schemas.openxmlformats.org/drawingml/2006/main" noGrp="1"/>
          </p:cNvSpPr>
          <p:nvPr/>
        </p:nvSpPr>
        <p:spPr>
          <a:xfrm xmlns:a="http://schemas.openxmlformats.org/drawingml/2006/main">
            <a:off x="4933950" y="38671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$0.57</a:t>
            </a:r>
          </a:p>
        </p:txBody>
      </p:sp>
      <p:sp>
        <p:nvSpPr>
          <p:cNvPr id="95" name="">
            <a:extLst xmlns:a="http://schemas.openxmlformats.org/drawingml/2006/main">
              <a:ext uri="{FF2B5EF4-FFF2-40B4-BE49-F238E27FC236}">
                <a16:creationId xmlns:a16="http://schemas.microsoft.com/office/drawing/2014/main" id="{4D5BA557-AE1A-4265-858B-835E0D9F0A33}"/>
              </a:ext>
            </a:extLst>
          </p:cNvPr>
          <p:cNvSpPr>
            <a:spLocks xmlns:a="http://schemas.openxmlformats.org/drawingml/2006/main" noGrp="1"/>
          </p:cNvSpPr>
          <p:nvPr/>
        </p:nvSpPr>
        <p:spPr>
          <a:xfrm xmlns:a="http://schemas.openxmlformats.org/drawingml/2006/main">
            <a:off x="5505450" y="38671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Graded all five critical requirements as A and submitt</a:t>
            </a:r>
          </a:p>
        </p:txBody>
      </p:sp>
      <p:sp>
        <p:nvSpPr>
          <p:cNvPr id="96" name="">
            <a:extLst xmlns:a="http://schemas.openxmlformats.org/drawingml/2006/main">
              <a:ext uri="{FF2B5EF4-FFF2-40B4-BE49-F238E27FC236}">
                <a16:creationId xmlns:a16="http://schemas.microsoft.com/office/drawing/2014/main" id="{C60F1444-1B40-4FF1-AFDE-E822F2A0F7D9}"/>
              </a:ext>
            </a:extLst>
          </p:cNvPr>
          <p:cNvSpPr>
            <a:spLocks xmlns:a="http://schemas.openxmlformats.org/drawingml/2006/main" noGrp="1"/>
          </p:cNvSpPr>
          <p:nvPr/>
        </p:nvSpPr>
        <p:spPr>
          <a:xfrm xmlns:a="http://schemas.openxmlformats.org/drawingml/2006/main">
            <a:off x="476250" y="43338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97" name="">
            <a:extLst xmlns:a="http://schemas.openxmlformats.org/drawingml/2006/main">
              <a:ext uri="{FF2B5EF4-FFF2-40B4-BE49-F238E27FC236}">
                <a16:creationId xmlns:a16="http://schemas.microsoft.com/office/drawing/2014/main" id="{7A3D530A-1742-4F93-A652-5D8ADAD8EDA9}"/>
              </a:ext>
            </a:extLst>
          </p:cNvPr>
          <p:cNvSpPr>
            <a:spLocks xmlns:a="http://schemas.openxmlformats.org/drawingml/2006/main" noGrp="1"/>
          </p:cNvSpPr>
          <p:nvPr/>
        </p:nvSpPr>
        <p:spPr>
          <a:xfrm xmlns:a="http://schemas.openxmlformats.org/drawingml/2006/main">
            <a:off x="552450" y="41338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02:06</a:t>
            </a:r>
          </a:p>
        </p:txBody>
      </p:sp>
      <p:sp>
        <p:nvSpPr>
          <p:cNvPr id="98" name="">
            <a:extLst xmlns:a="http://schemas.openxmlformats.org/drawingml/2006/main">
              <a:ext uri="{FF2B5EF4-FFF2-40B4-BE49-F238E27FC236}">
                <a16:creationId xmlns:a16="http://schemas.microsoft.com/office/drawing/2014/main" id="{72D510E9-6AF4-423D-85E7-8C5CF118AF60}"/>
              </a:ext>
            </a:extLst>
          </p:cNvPr>
          <p:cNvSpPr>
            <a:spLocks xmlns:a="http://schemas.openxmlformats.org/drawingml/2006/main" noGrp="1"/>
          </p:cNvSpPr>
          <p:nvPr/>
        </p:nvSpPr>
        <p:spPr>
          <a:xfrm xmlns:a="http://schemas.openxmlformats.org/drawingml/2006/main">
            <a:off x="1066800" y="41338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99" name="">
            <a:extLst xmlns:a="http://schemas.openxmlformats.org/drawingml/2006/main">
              <a:ext uri="{FF2B5EF4-FFF2-40B4-BE49-F238E27FC236}">
                <a16:creationId xmlns:a16="http://schemas.microsoft.com/office/drawing/2014/main" id="{B3CD6569-0134-44AD-811F-20201495DF54}"/>
              </a:ext>
            </a:extLst>
          </p:cNvPr>
          <p:cNvSpPr>
            <a:spLocks xmlns:a="http://schemas.openxmlformats.org/drawingml/2006/main" noGrp="1"/>
          </p:cNvSpPr>
          <p:nvPr/>
        </p:nvSpPr>
        <p:spPr>
          <a:xfrm xmlns:a="http://schemas.openxmlformats.org/drawingml/2006/main">
            <a:off x="1657350" y="41338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6f5c2c8f</a:t>
            </a:r>
          </a:p>
        </p:txBody>
      </p:sp>
      <p:sp>
        <p:nvSpPr>
          <p:cNvPr id="100" name="">
            <a:extLst xmlns:a="http://schemas.openxmlformats.org/drawingml/2006/main">
              <a:ext uri="{FF2B5EF4-FFF2-40B4-BE49-F238E27FC236}">
                <a16:creationId xmlns:a16="http://schemas.microsoft.com/office/drawing/2014/main" id="{A4AD1874-2435-4E91-9E5E-7AA754B0078B}"/>
              </a:ext>
            </a:extLst>
          </p:cNvPr>
          <p:cNvSpPr>
            <a:spLocks xmlns:a="http://schemas.openxmlformats.org/drawingml/2006/main" noGrp="1"/>
          </p:cNvSpPr>
          <p:nvPr/>
        </p:nvSpPr>
        <p:spPr>
          <a:xfrm xmlns:a="http://schemas.openxmlformats.org/drawingml/2006/main">
            <a:off x="2343150" y="41338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8</a:t>
            </a:r>
          </a:p>
        </p:txBody>
      </p:sp>
      <p:sp>
        <p:nvSpPr>
          <p:cNvPr id="101" name="">
            <a:extLst xmlns:a="http://schemas.openxmlformats.org/drawingml/2006/main">
              <a:ext uri="{FF2B5EF4-FFF2-40B4-BE49-F238E27FC236}">
                <a16:creationId xmlns:a16="http://schemas.microsoft.com/office/drawing/2014/main" id="{68F95AF6-0A66-4A1F-9D01-C268753EA656}"/>
              </a:ext>
            </a:extLst>
          </p:cNvPr>
          <p:cNvSpPr>
            <a:spLocks xmlns:a="http://schemas.openxmlformats.org/drawingml/2006/main" noGrp="1"/>
          </p:cNvSpPr>
          <p:nvPr/>
        </p:nvSpPr>
        <p:spPr>
          <a:xfrm xmlns:a="http://schemas.openxmlformats.org/drawingml/2006/main">
            <a:off x="2857500" y="41338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140k</a:t>
            </a:r>
          </a:p>
        </p:txBody>
      </p:sp>
      <p:sp>
        <p:nvSpPr>
          <p:cNvPr id="102" name="">
            <a:extLst xmlns:a="http://schemas.openxmlformats.org/drawingml/2006/main">
              <a:ext uri="{FF2B5EF4-FFF2-40B4-BE49-F238E27FC236}">
                <a16:creationId xmlns:a16="http://schemas.microsoft.com/office/drawing/2014/main" id="{740E4499-1B47-4018-9F8E-DE0726B73D33}"/>
              </a:ext>
            </a:extLst>
          </p:cNvPr>
          <p:cNvSpPr>
            <a:spLocks xmlns:a="http://schemas.openxmlformats.org/drawingml/2006/main" noGrp="1"/>
          </p:cNvSpPr>
          <p:nvPr/>
        </p:nvSpPr>
        <p:spPr>
          <a:xfrm xmlns:a="http://schemas.openxmlformats.org/drawingml/2006/main">
            <a:off x="3638550" y="41338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42k</a:t>
            </a:r>
          </a:p>
        </p:txBody>
      </p:sp>
      <p:sp>
        <p:nvSpPr>
          <p:cNvPr id="103" name="">
            <a:extLst xmlns:a="http://schemas.openxmlformats.org/drawingml/2006/main">
              <a:ext uri="{FF2B5EF4-FFF2-40B4-BE49-F238E27FC236}">
                <a16:creationId xmlns:a16="http://schemas.microsoft.com/office/drawing/2014/main" id="{A78CB517-CED3-4601-AC46-108397750AA2}"/>
              </a:ext>
            </a:extLst>
          </p:cNvPr>
          <p:cNvSpPr>
            <a:spLocks xmlns:a="http://schemas.openxmlformats.org/drawingml/2006/main" noGrp="1"/>
          </p:cNvSpPr>
          <p:nvPr/>
        </p:nvSpPr>
        <p:spPr>
          <a:xfrm xmlns:a="http://schemas.openxmlformats.org/drawingml/2006/main">
            <a:off x="4305300" y="41338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3k</a:t>
            </a:r>
          </a:p>
        </p:txBody>
      </p:sp>
      <p:sp>
        <p:nvSpPr>
          <p:cNvPr id="104" name="">
            <a:extLst xmlns:a="http://schemas.openxmlformats.org/drawingml/2006/main">
              <a:ext uri="{FF2B5EF4-FFF2-40B4-BE49-F238E27FC236}">
                <a16:creationId xmlns:a16="http://schemas.microsoft.com/office/drawing/2014/main" id="{88E10EC8-344B-4755-91FC-3E69D4C1B04B}"/>
              </a:ext>
            </a:extLst>
          </p:cNvPr>
          <p:cNvSpPr>
            <a:spLocks xmlns:a="http://schemas.openxmlformats.org/drawingml/2006/main" noGrp="1"/>
          </p:cNvSpPr>
          <p:nvPr/>
        </p:nvSpPr>
        <p:spPr>
          <a:xfrm xmlns:a="http://schemas.openxmlformats.org/drawingml/2006/main">
            <a:off x="4933950" y="41338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$0.42</a:t>
            </a:r>
          </a:p>
        </p:txBody>
      </p:sp>
      <p:sp>
        <p:nvSpPr>
          <p:cNvPr id="105" name="">
            <a:extLst xmlns:a="http://schemas.openxmlformats.org/drawingml/2006/main">
              <a:ext uri="{FF2B5EF4-FFF2-40B4-BE49-F238E27FC236}">
                <a16:creationId xmlns:a16="http://schemas.microsoft.com/office/drawing/2014/main" id="{C6D725B5-AEBD-4A1F-AC67-8600D0AA7489}"/>
              </a:ext>
            </a:extLst>
          </p:cNvPr>
          <p:cNvSpPr>
            <a:spLocks xmlns:a="http://schemas.openxmlformats.org/drawingml/2006/main" noGrp="1"/>
          </p:cNvSpPr>
          <p:nvPr/>
        </p:nvSpPr>
        <p:spPr>
          <a:xfrm xmlns:a="http://schemas.openxmlformats.org/drawingml/2006/main">
            <a:off x="5505450" y="41338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Submitted. No-op merge integration: `merge_queue` was </a:t>
            </a:r>
          </a:p>
        </p:txBody>
      </p:sp>
      <p:sp>
        <p:nvSpPr>
          <p:cNvPr id="106" name="">
            <a:extLst xmlns:a="http://schemas.openxmlformats.org/drawingml/2006/main">
              <a:ext uri="{FF2B5EF4-FFF2-40B4-BE49-F238E27FC236}">
                <a16:creationId xmlns:a16="http://schemas.microsoft.com/office/drawing/2014/main" id="{8D104A68-B1C3-43E9-9EB7-2BA427068D52}"/>
              </a:ext>
            </a:extLst>
          </p:cNvPr>
          <p:cNvSpPr>
            <a:spLocks xmlns:a="http://schemas.openxmlformats.org/drawingml/2006/main" noGrp="1"/>
          </p:cNvSpPr>
          <p:nvPr/>
        </p:nvSpPr>
        <p:spPr>
          <a:xfrm xmlns:a="http://schemas.openxmlformats.org/drawingml/2006/main">
            <a:off x="476250" y="46005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07" name="">
            <a:extLst xmlns:a="http://schemas.openxmlformats.org/drawingml/2006/main">
              <a:ext uri="{FF2B5EF4-FFF2-40B4-BE49-F238E27FC236}">
                <a16:creationId xmlns:a16="http://schemas.microsoft.com/office/drawing/2014/main" id="{70E6300C-3D8F-4D92-909D-4CE9D44882FE}"/>
              </a:ext>
            </a:extLst>
          </p:cNvPr>
          <p:cNvSpPr>
            <a:spLocks xmlns:a="http://schemas.openxmlformats.org/drawingml/2006/main" noGrp="1"/>
          </p:cNvSpPr>
          <p:nvPr/>
        </p:nvSpPr>
        <p:spPr>
          <a:xfrm xmlns:a="http://schemas.openxmlformats.org/drawingml/2006/main">
            <a:off x="552450" y="44005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02:07</a:t>
            </a:r>
          </a:p>
        </p:txBody>
      </p:sp>
      <p:sp>
        <p:nvSpPr>
          <p:cNvPr id="108" name="">
            <a:extLst xmlns:a="http://schemas.openxmlformats.org/drawingml/2006/main">
              <a:ext uri="{FF2B5EF4-FFF2-40B4-BE49-F238E27FC236}">
                <a16:creationId xmlns:a16="http://schemas.microsoft.com/office/drawing/2014/main" id="{698E9C2D-B9B9-47EE-B2E9-4CF5E176241C}"/>
              </a:ext>
            </a:extLst>
          </p:cNvPr>
          <p:cNvSpPr>
            <a:spLocks xmlns:a="http://schemas.openxmlformats.org/drawingml/2006/main" noGrp="1"/>
          </p:cNvSpPr>
          <p:nvPr/>
        </p:nvSpPr>
        <p:spPr>
          <a:xfrm xmlns:a="http://schemas.openxmlformats.org/drawingml/2006/main">
            <a:off x="1066800" y="44005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109" name="">
            <a:extLst xmlns:a="http://schemas.openxmlformats.org/drawingml/2006/main">
              <a:ext uri="{FF2B5EF4-FFF2-40B4-BE49-F238E27FC236}">
                <a16:creationId xmlns:a16="http://schemas.microsoft.com/office/drawing/2014/main" id="{F1956526-952B-4BE3-8123-C5F2401A4A83}"/>
              </a:ext>
            </a:extLst>
          </p:cNvPr>
          <p:cNvSpPr>
            <a:spLocks xmlns:a="http://schemas.openxmlformats.org/drawingml/2006/main" noGrp="1"/>
          </p:cNvSpPr>
          <p:nvPr/>
        </p:nvSpPr>
        <p:spPr>
          <a:xfrm xmlns:a="http://schemas.openxmlformats.org/drawingml/2006/main">
            <a:off x="1657350" y="44005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6f5c2c8f</a:t>
            </a:r>
          </a:p>
        </p:txBody>
      </p:sp>
      <p:sp>
        <p:nvSpPr>
          <p:cNvPr id="110" name="">
            <a:extLst xmlns:a="http://schemas.openxmlformats.org/drawingml/2006/main">
              <a:ext uri="{FF2B5EF4-FFF2-40B4-BE49-F238E27FC236}">
                <a16:creationId xmlns:a16="http://schemas.microsoft.com/office/drawing/2014/main" id="{B2B3A3F3-BA77-4FC8-B05B-367E597A761D}"/>
              </a:ext>
            </a:extLst>
          </p:cNvPr>
          <p:cNvSpPr>
            <a:spLocks xmlns:a="http://schemas.openxmlformats.org/drawingml/2006/main" noGrp="1"/>
          </p:cNvSpPr>
          <p:nvPr/>
        </p:nvSpPr>
        <p:spPr>
          <a:xfrm xmlns:a="http://schemas.openxmlformats.org/drawingml/2006/main">
            <a:off x="2343150" y="44005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7</a:t>
            </a:r>
          </a:p>
        </p:txBody>
      </p:sp>
      <p:sp>
        <p:nvSpPr>
          <p:cNvPr id="111" name="">
            <a:extLst xmlns:a="http://schemas.openxmlformats.org/drawingml/2006/main">
              <a:ext uri="{FF2B5EF4-FFF2-40B4-BE49-F238E27FC236}">
                <a16:creationId xmlns:a16="http://schemas.microsoft.com/office/drawing/2014/main" id="{675395B4-3B21-48C7-8A29-A0270285BCF6}"/>
              </a:ext>
            </a:extLst>
          </p:cNvPr>
          <p:cNvSpPr>
            <a:spLocks xmlns:a="http://schemas.openxmlformats.org/drawingml/2006/main" noGrp="1"/>
          </p:cNvSpPr>
          <p:nvPr/>
        </p:nvSpPr>
        <p:spPr>
          <a:xfrm xmlns:a="http://schemas.openxmlformats.org/drawingml/2006/main">
            <a:off x="2857500" y="44005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79k</a:t>
            </a:r>
          </a:p>
        </p:txBody>
      </p:sp>
      <p:sp>
        <p:nvSpPr>
          <p:cNvPr id="112" name="">
            <a:extLst xmlns:a="http://schemas.openxmlformats.org/drawingml/2006/main">
              <a:ext uri="{FF2B5EF4-FFF2-40B4-BE49-F238E27FC236}">
                <a16:creationId xmlns:a16="http://schemas.microsoft.com/office/drawing/2014/main" id="{AC260162-E95A-4924-96E7-8A7D3D451B80}"/>
              </a:ext>
            </a:extLst>
          </p:cNvPr>
          <p:cNvSpPr>
            <a:spLocks xmlns:a="http://schemas.openxmlformats.org/drawingml/2006/main" noGrp="1"/>
          </p:cNvSpPr>
          <p:nvPr/>
        </p:nvSpPr>
        <p:spPr>
          <a:xfrm xmlns:a="http://schemas.openxmlformats.org/drawingml/2006/main">
            <a:off x="3638550" y="44005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31k</a:t>
            </a:r>
          </a:p>
        </p:txBody>
      </p:sp>
      <p:sp>
        <p:nvSpPr>
          <p:cNvPr id="113" name="">
            <a:extLst xmlns:a="http://schemas.openxmlformats.org/drawingml/2006/main">
              <a:ext uri="{FF2B5EF4-FFF2-40B4-BE49-F238E27FC236}">
                <a16:creationId xmlns:a16="http://schemas.microsoft.com/office/drawing/2014/main" id="{E8379B57-D5A3-488B-A4DB-71178DB25558}"/>
              </a:ext>
            </a:extLst>
          </p:cNvPr>
          <p:cNvSpPr>
            <a:spLocks xmlns:a="http://schemas.openxmlformats.org/drawingml/2006/main" noGrp="1"/>
          </p:cNvSpPr>
          <p:nvPr/>
        </p:nvSpPr>
        <p:spPr>
          <a:xfrm xmlns:a="http://schemas.openxmlformats.org/drawingml/2006/main">
            <a:off x="4305300" y="44005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3k</a:t>
            </a:r>
          </a:p>
        </p:txBody>
      </p:sp>
      <p:sp>
        <p:nvSpPr>
          <p:cNvPr id="114" name="">
            <a:extLst xmlns:a="http://schemas.openxmlformats.org/drawingml/2006/main">
              <a:ext uri="{FF2B5EF4-FFF2-40B4-BE49-F238E27FC236}">
                <a16:creationId xmlns:a16="http://schemas.microsoft.com/office/drawing/2014/main" id="{6E878B7D-4755-4B04-A115-B94BD05052A5}"/>
              </a:ext>
            </a:extLst>
          </p:cNvPr>
          <p:cNvSpPr>
            <a:spLocks xmlns:a="http://schemas.openxmlformats.org/drawingml/2006/main" noGrp="1"/>
          </p:cNvSpPr>
          <p:nvPr/>
        </p:nvSpPr>
        <p:spPr>
          <a:xfrm xmlns:a="http://schemas.openxmlformats.org/drawingml/2006/main">
            <a:off x="4933950" y="44005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$0.30</a:t>
            </a:r>
          </a:p>
        </p:txBody>
      </p:sp>
      <p:sp>
        <p:nvSpPr>
          <p:cNvPr id="115" name="">
            <a:extLst xmlns:a="http://schemas.openxmlformats.org/drawingml/2006/main">
              <a:ext uri="{FF2B5EF4-FFF2-40B4-BE49-F238E27FC236}">
                <a16:creationId xmlns:a16="http://schemas.microsoft.com/office/drawing/2014/main" id="{6ED1FC46-CE43-450C-9F13-A9019326FE0E}"/>
              </a:ext>
            </a:extLst>
          </p:cNvPr>
          <p:cNvSpPr>
            <a:spLocks xmlns:a="http://schemas.openxmlformats.org/drawingml/2006/main" noGrp="1"/>
          </p:cNvSpPr>
          <p:nvPr/>
        </p:nvSpPr>
        <p:spPr>
          <a:xfrm xmlns:a="http://schemas.openxmlformats.org/drawingml/2006/main">
            <a:off x="5505450" y="44005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All three critical requirements graded **A** and verif</a:t>
            </a:r>
          </a:p>
        </p:txBody>
      </p:sp>
      <p:sp>
        <p:nvSpPr>
          <p:cNvPr id="116" name="">
            <a:extLst xmlns:a="http://schemas.openxmlformats.org/drawingml/2006/main">
              <a:ext uri="{FF2B5EF4-FFF2-40B4-BE49-F238E27FC236}">
                <a16:creationId xmlns:a16="http://schemas.microsoft.com/office/drawing/2014/main" id="{420385C5-17A3-4370-A5D3-FB9B75C23480}"/>
              </a:ext>
            </a:extLst>
          </p:cNvPr>
          <p:cNvSpPr>
            <a:spLocks xmlns:a="http://schemas.openxmlformats.org/drawingml/2006/main" noGrp="1"/>
          </p:cNvSpPr>
          <p:nvPr/>
        </p:nvSpPr>
        <p:spPr>
          <a:xfrm xmlns:a="http://schemas.openxmlformats.org/drawingml/2006/main">
            <a:off x="476250" y="48672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17" name="">
            <a:extLst xmlns:a="http://schemas.openxmlformats.org/drawingml/2006/main">
              <a:ext uri="{FF2B5EF4-FFF2-40B4-BE49-F238E27FC236}">
                <a16:creationId xmlns:a16="http://schemas.microsoft.com/office/drawing/2014/main" id="{FABDABF4-4748-4E42-81B6-9E5A8FA31A04}"/>
              </a:ext>
            </a:extLst>
          </p:cNvPr>
          <p:cNvSpPr>
            <a:spLocks xmlns:a="http://schemas.openxmlformats.org/drawingml/2006/main" noGrp="1"/>
          </p:cNvSpPr>
          <p:nvPr/>
        </p:nvSpPr>
        <p:spPr>
          <a:xfrm xmlns:a="http://schemas.openxmlformats.org/drawingml/2006/main">
            <a:off x="552450" y="46672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02:08</a:t>
            </a:r>
          </a:p>
        </p:txBody>
      </p:sp>
      <p:sp>
        <p:nvSpPr>
          <p:cNvPr id="118" name="">
            <a:extLst xmlns:a="http://schemas.openxmlformats.org/drawingml/2006/main">
              <a:ext uri="{FF2B5EF4-FFF2-40B4-BE49-F238E27FC236}">
                <a16:creationId xmlns:a16="http://schemas.microsoft.com/office/drawing/2014/main" id="{42E8D8AD-24EB-485D-98F5-621981FEE56B}"/>
              </a:ext>
            </a:extLst>
          </p:cNvPr>
          <p:cNvSpPr>
            <a:spLocks xmlns:a="http://schemas.openxmlformats.org/drawingml/2006/main" noGrp="1"/>
          </p:cNvSpPr>
          <p:nvPr/>
        </p:nvSpPr>
        <p:spPr>
          <a:xfrm xmlns:a="http://schemas.openxmlformats.org/drawingml/2006/main">
            <a:off x="1066800" y="46672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child</a:t>
            </a:r>
          </a:p>
        </p:txBody>
      </p:sp>
      <p:sp>
        <p:nvSpPr>
          <p:cNvPr id="119" name="">
            <a:extLst xmlns:a="http://schemas.openxmlformats.org/drawingml/2006/main">
              <a:ext uri="{FF2B5EF4-FFF2-40B4-BE49-F238E27FC236}">
                <a16:creationId xmlns:a16="http://schemas.microsoft.com/office/drawing/2014/main" id="{5AB96503-E941-41F7-A084-1B97210DF9FE}"/>
              </a:ext>
            </a:extLst>
          </p:cNvPr>
          <p:cNvSpPr>
            <a:spLocks xmlns:a="http://schemas.openxmlformats.org/drawingml/2006/main" noGrp="1"/>
          </p:cNvSpPr>
          <p:nvPr/>
        </p:nvSpPr>
        <p:spPr>
          <a:xfrm xmlns:a="http://schemas.openxmlformats.org/drawingml/2006/main">
            <a:off x="1657350" y="46672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d9363893</a:t>
            </a:r>
          </a:p>
        </p:txBody>
      </p:sp>
      <p:sp>
        <p:nvSpPr>
          <p:cNvPr id="120" name="">
            <a:extLst xmlns:a="http://schemas.openxmlformats.org/drawingml/2006/main">
              <a:ext uri="{FF2B5EF4-FFF2-40B4-BE49-F238E27FC236}">
                <a16:creationId xmlns:a16="http://schemas.microsoft.com/office/drawing/2014/main" id="{0AC3F395-4EE3-4267-9693-2C603D4CA11C}"/>
              </a:ext>
            </a:extLst>
          </p:cNvPr>
          <p:cNvSpPr>
            <a:spLocks xmlns:a="http://schemas.openxmlformats.org/drawingml/2006/main" noGrp="1"/>
          </p:cNvSpPr>
          <p:nvPr/>
        </p:nvSpPr>
        <p:spPr>
          <a:xfrm xmlns:a="http://schemas.openxmlformats.org/drawingml/2006/main">
            <a:off x="2343150" y="46672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51</a:t>
            </a:r>
          </a:p>
        </p:txBody>
      </p:sp>
      <p:sp>
        <p:nvSpPr>
          <p:cNvPr id="121" name="">
            <a:extLst xmlns:a="http://schemas.openxmlformats.org/drawingml/2006/main">
              <a:ext uri="{FF2B5EF4-FFF2-40B4-BE49-F238E27FC236}">
                <a16:creationId xmlns:a16="http://schemas.microsoft.com/office/drawing/2014/main" id="{C863F920-F81B-4757-8D44-FF2C901762A7}"/>
              </a:ext>
            </a:extLst>
          </p:cNvPr>
          <p:cNvSpPr>
            <a:spLocks xmlns:a="http://schemas.openxmlformats.org/drawingml/2006/main" noGrp="1"/>
          </p:cNvSpPr>
          <p:nvPr/>
        </p:nvSpPr>
        <p:spPr>
          <a:xfrm xmlns:a="http://schemas.openxmlformats.org/drawingml/2006/main">
            <a:off x="2857500" y="46672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1984k</a:t>
            </a:r>
          </a:p>
        </p:txBody>
      </p:sp>
      <p:sp>
        <p:nvSpPr>
          <p:cNvPr id="122" name="">
            <a:extLst xmlns:a="http://schemas.openxmlformats.org/drawingml/2006/main">
              <a:ext uri="{FF2B5EF4-FFF2-40B4-BE49-F238E27FC236}">
                <a16:creationId xmlns:a16="http://schemas.microsoft.com/office/drawing/2014/main" id="{65F9A725-E567-44EB-9C35-6C1093795651}"/>
              </a:ext>
            </a:extLst>
          </p:cNvPr>
          <p:cNvSpPr>
            <a:spLocks xmlns:a="http://schemas.openxmlformats.org/drawingml/2006/main" noGrp="1"/>
          </p:cNvSpPr>
          <p:nvPr/>
        </p:nvSpPr>
        <p:spPr>
          <a:xfrm xmlns:a="http://schemas.openxmlformats.org/drawingml/2006/main">
            <a:off x="3638550" y="46672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62k</a:t>
            </a:r>
          </a:p>
        </p:txBody>
      </p:sp>
      <p:sp>
        <p:nvSpPr>
          <p:cNvPr id="123" name="">
            <a:extLst xmlns:a="http://schemas.openxmlformats.org/drawingml/2006/main">
              <a:ext uri="{FF2B5EF4-FFF2-40B4-BE49-F238E27FC236}">
                <a16:creationId xmlns:a16="http://schemas.microsoft.com/office/drawing/2014/main" id="{C9D4BD8E-13F7-4F13-B6AC-2E16CB3917AA}"/>
              </a:ext>
            </a:extLst>
          </p:cNvPr>
          <p:cNvSpPr>
            <a:spLocks xmlns:a="http://schemas.openxmlformats.org/drawingml/2006/main" noGrp="1"/>
          </p:cNvSpPr>
          <p:nvPr/>
        </p:nvSpPr>
        <p:spPr>
          <a:xfrm xmlns:a="http://schemas.openxmlformats.org/drawingml/2006/main">
            <a:off x="4305300" y="46672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14k</a:t>
            </a:r>
          </a:p>
        </p:txBody>
      </p:sp>
      <p:sp>
        <p:nvSpPr>
          <p:cNvPr id="124" name="">
            <a:extLst xmlns:a="http://schemas.openxmlformats.org/drawingml/2006/main">
              <a:ext uri="{FF2B5EF4-FFF2-40B4-BE49-F238E27FC236}">
                <a16:creationId xmlns:a16="http://schemas.microsoft.com/office/drawing/2014/main" id="{D9EB65BF-36CA-4EB7-8E72-9CEBBB2B8648}"/>
              </a:ext>
            </a:extLst>
          </p:cNvPr>
          <p:cNvSpPr>
            <a:spLocks xmlns:a="http://schemas.openxmlformats.org/drawingml/2006/main" noGrp="1"/>
          </p:cNvSpPr>
          <p:nvPr/>
        </p:nvSpPr>
        <p:spPr>
          <a:xfrm xmlns:a="http://schemas.openxmlformats.org/drawingml/2006/main">
            <a:off x="4933950" y="46672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$1.74</a:t>
            </a:r>
          </a:p>
        </p:txBody>
      </p:sp>
      <p:sp>
        <p:nvSpPr>
          <p:cNvPr id="125" name="">
            <a:extLst xmlns:a="http://schemas.openxmlformats.org/drawingml/2006/main">
              <a:ext uri="{FF2B5EF4-FFF2-40B4-BE49-F238E27FC236}">
                <a16:creationId xmlns:a16="http://schemas.microsoft.com/office/drawing/2014/main" id="{B68E369F-B021-4C43-B20F-A217BFCA6D2D}"/>
              </a:ext>
            </a:extLst>
          </p:cNvPr>
          <p:cNvSpPr>
            <a:spLocks xmlns:a="http://schemas.openxmlformats.org/drawingml/2006/main" noGrp="1"/>
          </p:cNvSpPr>
          <p:nvPr/>
        </p:nvSpPr>
        <p:spPr>
          <a:xfrm xmlns:a="http://schemas.openxmlformats.org/drawingml/2006/main">
            <a:off x="5505450" y="46672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child result</a:t>
            </a:r>
          </a:p>
        </p:txBody>
      </p:sp>
      <p:sp>
        <p:nvSpPr>
          <p:cNvPr id="126" name="">
            <a:extLst xmlns:a="http://schemas.openxmlformats.org/drawingml/2006/main">
              <a:ext uri="{FF2B5EF4-FFF2-40B4-BE49-F238E27FC236}">
                <a16:creationId xmlns:a16="http://schemas.microsoft.com/office/drawing/2014/main" id="{65E4C4F8-5A2D-4719-9121-DD2E3B64259B}"/>
              </a:ext>
            </a:extLst>
          </p:cNvPr>
          <p:cNvSpPr>
            <a:spLocks xmlns:a="http://schemas.openxmlformats.org/drawingml/2006/main" noGrp="1"/>
          </p:cNvSpPr>
          <p:nvPr/>
        </p:nvSpPr>
        <p:spPr>
          <a:xfrm xmlns:a="http://schemas.openxmlformats.org/drawingml/2006/main">
            <a:off x="476250" y="51339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27" name="">
            <a:extLst xmlns:a="http://schemas.openxmlformats.org/drawingml/2006/main">
              <a:ext uri="{FF2B5EF4-FFF2-40B4-BE49-F238E27FC236}">
                <a16:creationId xmlns:a16="http://schemas.microsoft.com/office/drawing/2014/main" id="{EB4E8D83-2E07-432F-B4F8-880EF6EB6E40}"/>
              </a:ext>
            </a:extLst>
          </p:cNvPr>
          <p:cNvSpPr>
            <a:spLocks xmlns:a="http://schemas.openxmlformats.org/drawingml/2006/main" noGrp="1"/>
          </p:cNvSpPr>
          <p:nvPr/>
        </p:nvSpPr>
        <p:spPr>
          <a:xfrm xmlns:a="http://schemas.openxmlformats.org/drawingml/2006/main">
            <a:off x="552450" y="49339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02:11</a:t>
            </a:r>
          </a:p>
        </p:txBody>
      </p:sp>
      <p:sp>
        <p:nvSpPr>
          <p:cNvPr id="128" name="">
            <a:extLst xmlns:a="http://schemas.openxmlformats.org/drawingml/2006/main">
              <a:ext uri="{FF2B5EF4-FFF2-40B4-BE49-F238E27FC236}">
                <a16:creationId xmlns:a16="http://schemas.microsoft.com/office/drawing/2014/main" id="{C4DF4E21-2A6D-4E20-B06E-BB38282B89C4}"/>
              </a:ext>
            </a:extLst>
          </p:cNvPr>
          <p:cNvSpPr>
            <a:spLocks xmlns:a="http://schemas.openxmlformats.org/drawingml/2006/main" noGrp="1"/>
          </p:cNvSpPr>
          <p:nvPr/>
        </p:nvSpPr>
        <p:spPr>
          <a:xfrm xmlns:a="http://schemas.openxmlformats.org/drawingml/2006/main">
            <a:off x="1066800" y="49339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129" name="">
            <a:extLst xmlns:a="http://schemas.openxmlformats.org/drawingml/2006/main">
              <a:ext uri="{FF2B5EF4-FFF2-40B4-BE49-F238E27FC236}">
                <a16:creationId xmlns:a16="http://schemas.microsoft.com/office/drawing/2014/main" id="{2EDC5189-D258-429C-A721-E8EDA2A51A8C}"/>
              </a:ext>
            </a:extLst>
          </p:cNvPr>
          <p:cNvSpPr>
            <a:spLocks xmlns:a="http://schemas.openxmlformats.org/drawingml/2006/main" noGrp="1"/>
          </p:cNvSpPr>
          <p:nvPr/>
        </p:nvSpPr>
        <p:spPr>
          <a:xfrm xmlns:a="http://schemas.openxmlformats.org/drawingml/2006/main">
            <a:off x="1657350" y="49339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3206c0d3</a:t>
            </a:r>
          </a:p>
        </p:txBody>
      </p:sp>
      <p:sp>
        <p:nvSpPr>
          <p:cNvPr id="130" name="">
            <a:extLst xmlns:a="http://schemas.openxmlformats.org/drawingml/2006/main">
              <a:ext uri="{FF2B5EF4-FFF2-40B4-BE49-F238E27FC236}">
                <a16:creationId xmlns:a16="http://schemas.microsoft.com/office/drawing/2014/main" id="{EEBC624F-5505-45DF-A777-BEACD3173AA9}"/>
              </a:ext>
            </a:extLst>
          </p:cNvPr>
          <p:cNvSpPr>
            <a:spLocks xmlns:a="http://schemas.openxmlformats.org/drawingml/2006/main" noGrp="1"/>
          </p:cNvSpPr>
          <p:nvPr/>
        </p:nvSpPr>
        <p:spPr>
          <a:xfrm xmlns:a="http://schemas.openxmlformats.org/drawingml/2006/main">
            <a:off x="2343150" y="49339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25</a:t>
            </a:r>
          </a:p>
        </p:txBody>
      </p:sp>
      <p:sp>
        <p:nvSpPr>
          <p:cNvPr id="131" name="">
            <a:extLst xmlns:a="http://schemas.openxmlformats.org/drawingml/2006/main">
              <a:ext uri="{FF2B5EF4-FFF2-40B4-BE49-F238E27FC236}">
                <a16:creationId xmlns:a16="http://schemas.microsoft.com/office/drawing/2014/main" id="{538A71D0-E9A5-45D3-ADAA-96C1C5C3E9CA}"/>
              </a:ext>
            </a:extLst>
          </p:cNvPr>
          <p:cNvSpPr>
            <a:spLocks xmlns:a="http://schemas.openxmlformats.org/drawingml/2006/main" noGrp="1"/>
          </p:cNvSpPr>
          <p:nvPr/>
        </p:nvSpPr>
        <p:spPr>
          <a:xfrm xmlns:a="http://schemas.openxmlformats.org/drawingml/2006/main">
            <a:off x="2857500" y="49339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695k</a:t>
            </a:r>
          </a:p>
        </p:txBody>
      </p:sp>
      <p:sp>
        <p:nvSpPr>
          <p:cNvPr id="132" name="">
            <a:extLst xmlns:a="http://schemas.openxmlformats.org/drawingml/2006/main">
              <a:ext uri="{FF2B5EF4-FFF2-40B4-BE49-F238E27FC236}">
                <a16:creationId xmlns:a16="http://schemas.microsoft.com/office/drawing/2014/main" id="{67ECB001-5BB9-4A1A-A4F5-C86367FB2992}"/>
              </a:ext>
            </a:extLst>
          </p:cNvPr>
          <p:cNvSpPr>
            <a:spLocks xmlns:a="http://schemas.openxmlformats.org/drawingml/2006/main" noGrp="1"/>
          </p:cNvSpPr>
          <p:nvPr/>
        </p:nvSpPr>
        <p:spPr>
          <a:xfrm xmlns:a="http://schemas.openxmlformats.org/drawingml/2006/main">
            <a:off x="3638550" y="49339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36k</a:t>
            </a:r>
          </a:p>
        </p:txBody>
      </p:sp>
      <p:sp>
        <p:nvSpPr>
          <p:cNvPr id="133" name="">
            <a:extLst xmlns:a="http://schemas.openxmlformats.org/drawingml/2006/main">
              <a:ext uri="{FF2B5EF4-FFF2-40B4-BE49-F238E27FC236}">
                <a16:creationId xmlns:a16="http://schemas.microsoft.com/office/drawing/2014/main" id="{9CB5F78E-BC28-46EB-B94E-26B2A85B4779}"/>
              </a:ext>
            </a:extLst>
          </p:cNvPr>
          <p:cNvSpPr>
            <a:spLocks xmlns:a="http://schemas.openxmlformats.org/drawingml/2006/main" noGrp="1"/>
          </p:cNvSpPr>
          <p:nvPr/>
        </p:nvSpPr>
        <p:spPr>
          <a:xfrm xmlns:a="http://schemas.openxmlformats.org/drawingml/2006/main">
            <a:off x="4305300" y="49339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16k</a:t>
            </a:r>
          </a:p>
        </p:txBody>
      </p:sp>
      <p:sp>
        <p:nvSpPr>
          <p:cNvPr id="134" name="">
            <a:extLst xmlns:a="http://schemas.openxmlformats.org/drawingml/2006/main">
              <a:ext uri="{FF2B5EF4-FFF2-40B4-BE49-F238E27FC236}">
                <a16:creationId xmlns:a16="http://schemas.microsoft.com/office/drawing/2014/main" id="{FD4FB690-1333-4162-A158-9902AD5184FD}"/>
              </a:ext>
            </a:extLst>
          </p:cNvPr>
          <p:cNvSpPr>
            <a:spLocks xmlns:a="http://schemas.openxmlformats.org/drawingml/2006/main" noGrp="1"/>
          </p:cNvSpPr>
          <p:nvPr/>
        </p:nvSpPr>
        <p:spPr>
          <a:xfrm xmlns:a="http://schemas.openxmlformats.org/drawingml/2006/main">
            <a:off x="4933950" y="49339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$0.97</a:t>
            </a:r>
          </a:p>
        </p:txBody>
      </p:sp>
      <p:sp>
        <p:nvSpPr>
          <p:cNvPr id="135" name="">
            <a:extLst xmlns:a="http://schemas.openxmlformats.org/drawingml/2006/main">
              <a:ext uri="{FF2B5EF4-FFF2-40B4-BE49-F238E27FC236}">
                <a16:creationId xmlns:a16="http://schemas.microsoft.com/office/drawing/2014/main" id="{172964E0-008A-426E-B021-929E1557035F}"/>
              </a:ext>
            </a:extLst>
          </p:cNvPr>
          <p:cNvSpPr>
            <a:spLocks xmlns:a="http://schemas.openxmlformats.org/drawingml/2006/main" noGrp="1"/>
          </p:cNvSpPr>
          <p:nvPr/>
        </p:nvSpPr>
        <p:spPr>
          <a:xfrm xmlns:a="http://schemas.openxmlformats.org/drawingml/2006/main">
            <a:off x="5505450" y="49339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Selected and briefed `INV-R-002-hypothesis-smoke` as t</a:t>
            </a:r>
          </a:p>
        </p:txBody>
      </p:sp>
      <p:sp>
        <p:nvSpPr>
          <p:cNvPr id="136" name="">
            <a:extLst xmlns:a="http://schemas.openxmlformats.org/drawingml/2006/main">
              <a:ext uri="{FF2B5EF4-FFF2-40B4-BE49-F238E27FC236}">
                <a16:creationId xmlns:a16="http://schemas.microsoft.com/office/drawing/2014/main" id="{71FF92CC-3473-45B3-BCE6-B26F230B7E29}"/>
              </a:ext>
            </a:extLst>
          </p:cNvPr>
          <p:cNvSpPr>
            <a:spLocks xmlns:a="http://schemas.openxmlformats.org/drawingml/2006/main" noGrp="1"/>
          </p:cNvSpPr>
          <p:nvPr/>
        </p:nvSpPr>
        <p:spPr>
          <a:xfrm xmlns:a="http://schemas.openxmlformats.org/drawingml/2006/main">
            <a:off x="476250" y="54006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37" name="">
            <a:extLst xmlns:a="http://schemas.openxmlformats.org/drawingml/2006/main">
              <a:ext uri="{FF2B5EF4-FFF2-40B4-BE49-F238E27FC236}">
                <a16:creationId xmlns:a16="http://schemas.microsoft.com/office/drawing/2014/main" id="{EDB3CD33-3E91-4119-B97A-A90BB3764AF8}"/>
              </a:ext>
            </a:extLst>
          </p:cNvPr>
          <p:cNvSpPr>
            <a:spLocks xmlns:a="http://schemas.openxmlformats.org/drawingml/2006/main" noGrp="1"/>
          </p:cNvSpPr>
          <p:nvPr/>
        </p:nvSpPr>
        <p:spPr>
          <a:xfrm xmlns:a="http://schemas.openxmlformats.org/drawingml/2006/main">
            <a:off x="552450" y="52006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02:12</a:t>
            </a:r>
          </a:p>
        </p:txBody>
      </p:sp>
      <p:sp>
        <p:nvSpPr>
          <p:cNvPr id="138" name="">
            <a:extLst xmlns:a="http://schemas.openxmlformats.org/drawingml/2006/main">
              <a:ext uri="{FF2B5EF4-FFF2-40B4-BE49-F238E27FC236}">
                <a16:creationId xmlns:a16="http://schemas.microsoft.com/office/drawing/2014/main" id="{49FC398F-A6F8-4AB5-97A8-188F5A2DE2DA}"/>
              </a:ext>
            </a:extLst>
          </p:cNvPr>
          <p:cNvSpPr>
            <a:spLocks xmlns:a="http://schemas.openxmlformats.org/drawingml/2006/main" noGrp="1"/>
          </p:cNvSpPr>
          <p:nvPr/>
        </p:nvSpPr>
        <p:spPr>
          <a:xfrm xmlns:a="http://schemas.openxmlformats.org/drawingml/2006/main">
            <a:off x="1066800" y="52006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139" name="">
            <a:extLst xmlns:a="http://schemas.openxmlformats.org/drawingml/2006/main">
              <a:ext uri="{FF2B5EF4-FFF2-40B4-BE49-F238E27FC236}">
                <a16:creationId xmlns:a16="http://schemas.microsoft.com/office/drawing/2014/main" id="{8D46E75F-348E-432F-A73A-B34300243DD2}"/>
              </a:ext>
            </a:extLst>
          </p:cNvPr>
          <p:cNvSpPr>
            <a:spLocks xmlns:a="http://schemas.openxmlformats.org/drawingml/2006/main" noGrp="1"/>
          </p:cNvSpPr>
          <p:nvPr/>
        </p:nvSpPr>
        <p:spPr>
          <a:xfrm xmlns:a="http://schemas.openxmlformats.org/drawingml/2006/main">
            <a:off x="1657350" y="52006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3206c0d3</a:t>
            </a:r>
          </a:p>
        </p:txBody>
      </p:sp>
      <p:sp>
        <p:nvSpPr>
          <p:cNvPr id="140" name="">
            <a:extLst xmlns:a="http://schemas.openxmlformats.org/drawingml/2006/main">
              <a:ext uri="{FF2B5EF4-FFF2-40B4-BE49-F238E27FC236}">
                <a16:creationId xmlns:a16="http://schemas.microsoft.com/office/drawing/2014/main" id="{CF6486C2-CF70-43BE-BA63-25081A343CF8}"/>
              </a:ext>
            </a:extLst>
          </p:cNvPr>
          <p:cNvSpPr>
            <a:spLocks xmlns:a="http://schemas.openxmlformats.org/drawingml/2006/main" noGrp="1"/>
          </p:cNvSpPr>
          <p:nvPr/>
        </p:nvSpPr>
        <p:spPr>
          <a:xfrm xmlns:a="http://schemas.openxmlformats.org/drawingml/2006/main">
            <a:off x="2343150" y="52006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13</a:t>
            </a:r>
          </a:p>
        </p:txBody>
      </p:sp>
      <p:sp>
        <p:nvSpPr>
          <p:cNvPr id="141" name="">
            <a:extLst xmlns:a="http://schemas.openxmlformats.org/drawingml/2006/main">
              <a:ext uri="{FF2B5EF4-FFF2-40B4-BE49-F238E27FC236}">
                <a16:creationId xmlns:a16="http://schemas.microsoft.com/office/drawing/2014/main" id="{FFC7ACB3-53D2-4A22-A700-91A72A03DC5F}"/>
              </a:ext>
            </a:extLst>
          </p:cNvPr>
          <p:cNvSpPr>
            <a:spLocks xmlns:a="http://schemas.openxmlformats.org/drawingml/2006/main" noGrp="1"/>
          </p:cNvSpPr>
          <p:nvPr/>
        </p:nvSpPr>
        <p:spPr>
          <a:xfrm xmlns:a="http://schemas.openxmlformats.org/drawingml/2006/main">
            <a:off x="2857500" y="52006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308k</a:t>
            </a:r>
          </a:p>
        </p:txBody>
      </p:sp>
      <p:sp>
        <p:nvSpPr>
          <p:cNvPr id="142" name="">
            <a:extLst xmlns:a="http://schemas.openxmlformats.org/drawingml/2006/main">
              <a:ext uri="{FF2B5EF4-FFF2-40B4-BE49-F238E27FC236}">
                <a16:creationId xmlns:a16="http://schemas.microsoft.com/office/drawing/2014/main" id="{048C7CD6-D77B-425F-812A-D4316565C15F}"/>
              </a:ext>
            </a:extLst>
          </p:cNvPr>
          <p:cNvSpPr>
            <a:spLocks xmlns:a="http://schemas.openxmlformats.org/drawingml/2006/main" noGrp="1"/>
          </p:cNvSpPr>
          <p:nvPr/>
        </p:nvSpPr>
        <p:spPr>
          <a:xfrm xmlns:a="http://schemas.openxmlformats.org/drawingml/2006/main">
            <a:off x="3638550" y="52006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31k</a:t>
            </a:r>
          </a:p>
        </p:txBody>
      </p:sp>
      <p:sp>
        <p:nvSpPr>
          <p:cNvPr id="143" name="">
            <a:extLst xmlns:a="http://schemas.openxmlformats.org/drawingml/2006/main">
              <a:ext uri="{FF2B5EF4-FFF2-40B4-BE49-F238E27FC236}">
                <a16:creationId xmlns:a16="http://schemas.microsoft.com/office/drawing/2014/main" id="{53B80191-52B1-45A4-9060-56F2FF7B4C91}"/>
              </a:ext>
            </a:extLst>
          </p:cNvPr>
          <p:cNvSpPr>
            <a:spLocks xmlns:a="http://schemas.openxmlformats.org/drawingml/2006/main" noGrp="1"/>
          </p:cNvSpPr>
          <p:nvPr/>
        </p:nvSpPr>
        <p:spPr>
          <a:xfrm xmlns:a="http://schemas.openxmlformats.org/drawingml/2006/main">
            <a:off x="4305300" y="52006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4k</a:t>
            </a:r>
          </a:p>
        </p:txBody>
      </p:sp>
      <p:sp>
        <p:nvSpPr>
          <p:cNvPr id="144" name="">
            <a:extLst xmlns:a="http://schemas.openxmlformats.org/drawingml/2006/main">
              <a:ext uri="{FF2B5EF4-FFF2-40B4-BE49-F238E27FC236}">
                <a16:creationId xmlns:a16="http://schemas.microsoft.com/office/drawing/2014/main" id="{3CBE37B0-7FE2-48E0-A0F2-869D0435B3D3}"/>
              </a:ext>
            </a:extLst>
          </p:cNvPr>
          <p:cNvSpPr>
            <a:spLocks xmlns:a="http://schemas.openxmlformats.org/drawingml/2006/main" noGrp="1"/>
          </p:cNvSpPr>
          <p:nvPr/>
        </p:nvSpPr>
        <p:spPr>
          <a:xfrm xmlns:a="http://schemas.openxmlformats.org/drawingml/2006/main">
            <a:off x="4933950" y="52006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$0.46</a:t>
            </a:r>
          </a:p>
        </p:txBody>
      </p:sp>
      <p:sp>
        <p:nvSpPr>
          <p:cNvPr id="145" name="">
            <a:extLst xmlns:a="http://schemas.openxmlformats.org/drawingml/2006/main">
              <a:ext uri="{FF2B5EF4-FFF2-40B4-BE49-F238E27FC236}">
                <a16:creationId xmlns:a16="http://schemas.microsoft.com/office/drawing/2014/main" id="{0D3C6A3E-BB65-40FC-BB46-FEBC9FE0FE08}"/>
              </a:ext>
            </a:extLst>
          </p:cNvPr>
          <p:cNvSpPr>
            <a:spLocks xmlns:a="http://schemas.openxmlformats.org/drawingml/2006/main" noGrp="1"/>
          </p:cNvSpPr>
          <p:nvPr/>
        </p:nvSpPr>
        <p:spPr>
          <a:xfrm xmlns:a="http://schemas.openxmlformats.org/drawingml/2006/main">
            <a:off x="5505450" y="52006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Verification complete. All three critical requirements</a:t>
            </a:r>
          </a:p>
        </p:txBody>
      </p:sp>
      <p:sp>
        <p:nvSpPr>
          <p:cNvPr id="146" name="">
            <a:extLst xmlns:a="http://schemas.openxmlformats.org/drawingml/2006/main">
              <a:ext uri="{FF2B5EF4-FFF2-40B4-BE49-F238E27FC236}">
                <a16:creationId xmlns:a16="http://schemas.microsoft.com/office/drawing/2014/main" id="{2958C062-A0C9-4CD9-ABAF-280D5B73D903}"/>
              </a:ext>
            </a:extLst>
          </p:cNvPr>
          <p:cNvSpPr>
            <a:spLocks xmlns:a="http://schemas.openxmlformats.org/drawingml/2006/main" noGrp="1"/>
          </p:cNvSpPr>
          <p:nvPr/>
        </p:nvSpPr>
        <p:spPr>
          <a:xfrm xmlns:a="http://schemas.openxmlformats.org/drawingml/2006/main">
            <a:off x="476250" y="5667375"/>
            <a:ext cx="10287000" cy="9525"/>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147" name="">
            <a:extLst xmlns:a="http://schemas.openxmlformats.org/drawingml/2006/main">
              <a:ext uri="{FF2B5EF4-FFF2-40B4-BE49-F238E27FC236}">
                <a16:creationId xmlns:a16="http://schemas.microsoft.com/office/drawing/2014/main" id="{EEC356EA-30DD-45E5-9203-D61BEF8E9E52}"/>
              </a:ext>
            </a:extLst>
          </p:cNvPr>
          <p:cNvSpPr>
            <a:spLocks xmlns:a="http://schemas.openxmlformats.org/drawingml/2006/main" noGrp="1"/>
          </p:cNvSpPr>
          <p:nvPr/>
        </p:nvSpPr>
        <p:spPr>
          <a:xfrm xmlns:a="http://schemas.openxmlformats.org/drawingml/2006/main">
            <a:off x="552450" y="54673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02:16</a:t>
            </a:r>
          </a:p>
        </p:txBody>
      </p:sp>
      <p:sp>
        <p:nvSpPr>
          <p:cNvPr id="148" name="">
            <a:extLst xmlns:a="http://schemas.openxmlformats.org/drawingml/2006/main">
              <a:ext uri="{FF2B5EF4-FFF2-40B4-BE49-F238E27FC236}">
                <a16:creationId xmlns:a16="http://schemas.microsoft.com/office/drawing/2014/main" id="{E8A87F71-450D-4D2B-AB34-B8DE699E424F}"/>
              </a:ext>
            </a:extLst>
          </p:cNvPr>
          <p:cNvSpPr>
            <a:spLocks xmlns:a="http://schemas.openxmlformats.org/drawingml/2006/main" noGrp="1"/>
          </p:cNvSpPr>
          <p:nvPr/>
        </p:nvSpPr>
        <p:spPr>
          <a:xfrm xmlns:a="http://schemas.openxmlformats.org/drawingml/2006/main">
            <a:off x="1066800" y="546735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parent</a:t>
            </a:r>
          </a:p>
        </p:txBody>
      </p:sp>
      <p:sp>
        <p:nvSpPr>
          <p:cNvPr id="149" name="">
            <a:extLst xmlns:a="http://schemas.openxmlformats.org/drawingml/2006/main">
              <a:ext uri="{FF2B5EF4-FFF2-40B4-BE49-F238E27FC236}">
                <a16:creationId xmlns:a16="http://schemas.microsoft.com/office/drawing/2014/main" id="{E5574D84-34FD-44EA-BCC7-DCE41BCEA350}"/>
              </a:ext>
            </a:extLst>
          </p:cNvPr>
          <p:cNvSpPr>
            <a:spLocks xmlns:a="http://schemas.openxmlformats.org/drawingml/2006/main" noGrp="1"/>
          </p:cNvSpPr>
          <p:nvPr/>
        </p:nvSpPr>
        <p:spPr>
          <a:xfrm xmlns:a="http://schemas.openxmlformats.org/drawingml/2006/main">
            <a:off x="1657350" y="5467350"/>
            <a:ext cx="552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0f6b2382</a:t>
            </a:r>
          </a:p>
        </p:txBody>
      </p:sp>
      <p:sp>
        <p:nvSpPr>
          <p:cNvPr id="150" name="">
            <a:extLst xmlns:a="http://schemas.openxmlformats.org/drawingml/2006/main">
              <a:ext uri="{FF2B5EF4-FFF2-40B4-BE49-F238E27FC236}">
                <a16:creationId xmlns:a16="http://schemas.microsoft.com/office/drawing/2014/main" id="{7B059C88-A78B-47EE-A814-BB0774D76CCE}"/>
              </a:ext>
            </a:extLst>
          </p:cNvPr>
          <p:cNvSpPr>
            <a:spLocks xmlns:a="http://schemas.openxmlformats.org/drawingml/2006/main" noGrp="1"/>
          </p:cNvSpPr>
          <p:nvPr/>
        </p:nvSpPr>
        <p:spPr>
          <a:xfrm xmlns:a="http://schemas.openxmlformats.org/drawingml/2006/main">
            <a:off x="2343150" y="5467350"/>
            <a:ext cx="381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23</a:t>
            </a:r>
          </a:p>
        </p:txBody>
      </p:sp>
      <p:sp>
        <p:nvSpPr>
          <p:cNvPr id="151" name="">
            <a:extLst xmlns:a="http://schemas.openxmlformats.org/drawingml/2006/main">
              <a:ext uri="{FF2B5EF4-FFF2-40B4-BE49-F238E27FC236}">
                <a16:creationId xmlns:a16="http://schemas.microsoft.com/office/drawing/2014/main" id="{1CF1735A-B6EB-4FC7-9B41-DAD0B77B8139}"/>
              </a:ext>
            </a:extLst>
          </p:cNvPr>
          <p:cNvSpPr>
            <a:spLocks xmlns:a="http://schemas.openxmlformats.org/drawingml/2006/main" noGrp="1"/>
          </p:cNvSpPr>
          <p:nvPr/>
        </p:nvSpPr>
        <p:spPr>
          <a:xfrm xmlns:a="http://schemas.openxmlformats.org/drawingml/2006/main">
            <a:off x="2857500" y="5467350"/>
            <a:ext cx="647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1078k</a:t>
            </a:r>
          </a:p>
        </p:txBody>
      </p:sp>
      <p:sp>
        <p:nvSpPr>
          <p:cNvPr id="152" name="">
            <a:extLst xmlns:a="http://schemas.openxmlformats.org/drawingml/2006/main">
              <a:ext uri="{FF2B5EF4-FFF2-40B4-BE49-F238E27FC236}">
                <a16:creationId xmlns:a16="http://schemas.microsoft.com/office/drawing/2014/main" id="{65002978-7DB8-486B-B593-99610666DCF5}"/>
              </a:ext>
            </a:extLst>
          </p:cNvPr>
          <p:cNvSpPr>
            <a:spLocks xmlns:a="http://schemas.openxmlformats.org/drawingml/2006/main" noGrp="1"/>
          </p:cNvSpPr>
          <p:nvPr/>
        </p:nvSpPr>
        <p:spPr>
          <a:xfrm xmlns:a="http://schemas.openxmlformats.org/drawingml/2006/main">
            <a:off x="3638550" y="5467350"/>
            <a:ext cx="5334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46k</a:t>
            </a:r>
          </a:p>
        </p:txBody>
      </p:sp>
      <p:sp>
        <p:nvSpPr>
          <p:cNvPr id="153" name="">
            <a:extLst xmlns:a="http://schemas.openxmlformats.org/drawingml/2006/main">
              <a:ext uri="{FF2B5EF4-FFF2-40B4-BE49-F238E27FC236}">
                <a16:creationId xmlns:a16="http://schemas.microsoft.com/office/drawing/2014/main" id="{CC6F627A-E537-4386-8DA3-7B39AFB75CDE}"/>
              </a:ext>
            </a:extLst>
          </p:cNvPr>
          <p:cNvSpPr>
            <a:spLocks xmlns:a="http://schemas.openxmlformats.org/drawingml/2006/main" noGrp="1"/>
          </p:cNvSpPr>
          <p:nvPr/>
        </p:nvSpPr>
        <p:spPr>
          <a:xfrm xmlns:a="http://schemas.openxmlformats.org/drawingml/2006/main">
            <a:off x="4305300" y="5467350"/>
            <a:ext cx="4953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16k</a:t>
            </a:r>
          </a:p>
        </p:txBody>
      </p:sp>
      <p:sp>
        <p:nvSpPr>
          <p:cNvPr id="154" name="">
            <a:extLst xmlns:a="http://schemas.openxmlformats.org/drawingml/2006/main">
              <a:ext uri="{FF2B5EF4-FFF2-40B4-BE49-F238E27FC236}">
                <a16:creationId xmlns:a16="http://schemas.microsoft.com/office/drawing/2014/main" id="{93906D9E-10BD-4442-B3BE-56A766A1B781}"/>
              </a:ext>
            </a:extLst>
          </p:cNvPr>
          <p:cNvSpPr>
            <a:spLocks xmlns:a="http://schemas.openxmlformats.org/drawingml/2006/main" noGrp="1"/>
          </p:cNvSpPr>
          <p:nvPr/>
        </p:nvSpPr>
        <p:spPr>
          <a:xfrm xmlns:a="http://schemas.openxmlformats.org/drawingml/2006/main">
            <a:off x="4933950" y="5467350"/>
            <a:ext cx="4381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$1.23</a:t>
            </a:r>
          </a:p>
        </p:txBody>
      </p:sp>
      <p:sp>
        <p:nvSpPr>
          <p:cNvPr id="155" name="">
            <a:extLst xmlns:a="http://schemas.openxmlformats.org/drawingml/2006/main">
              <a:ext uri="{FF2B5EF4-FFF2-40B4-BE49-F238E27FC236}">
                <a16:creationId xmlns:a16="http://schemas.microsoft.com/office/drawing/2014/main" id="{F1C5F1E3-88EE-4F75-84F8-639027A20D9A}"/>
              </a:ext>
            </a:extLst>
          </p:cNvPr>
          <p:cNvSpPr>
            <a:spLocks xmlns:a="http://schemas.openxmlformats.org/drawingml/2006/main" noGrp="1"/>
          </p:cNvSpPr>
          <p:nvPr/>
        </p:nvSpPr>
        <p:spPr>
          <a:xfrm xmlns:a="http://schemas.openxmlformats.org/drawingml/2006/main">
            <a:off x="5505450" y="5467350"/>
            <a:ext cx="52006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40" b="0">
                <a:solidFill>
                  <a:srgbClr val="162021"/>
                </a:solidFill>
                <a:latin typeface="Aptos"/>
                <a:ea typeface="Aptos"/>
                <a:cs typeface="Aptos"/>
              </a:defRPr>
            </a:pPr>
            <a:r>
              <a:rPr sz="540" b="0">
                <a:solidFill>
                  <a:srgbClr val="162021"/>
                </a:solidFill>
                <a:latin typeface="Aptos"/>
                <a:ea typeface="Aptos"/>
                <a:cs typeface="Aptos"/>
              </a:rPr>
              <a:t>The task is paused awaiting human decision on how to h</a:t>
            </a:r>
          </a:p>
        </p:txBody>
      </p:sp>
      <p:sp>
        <p:nvSpPr>
          <p:cNvPr id="156" name="">
            <a:extLst xmlns:a="http://schemas.openxmlformats.org/drawingml/2006/main">
              <a:ext uri="{FF2B5EF4-FFF2-40B4-BE49-F238E27FC236}">
                <a16:creationId xmlns:a16="http://schemas.microsoft.com/office/drawing/2014/main" id="{1DE04509-6447-44F4-86A7-DB1CD1E234C9}"/>
              </a:ext>
            </a:extLst>
          </p:cNvPr>
          <p:cNvSpPr>
            <a:spLocks xmlns:a="http://schemas.openxmlformats.org/drawingml/2006/main" noGrp="1"/>
          </p:cNvSpPr>
          <p:nvPr/>
        </p:nvSpPr>
        <p:spPr>
          <a:xfrm xmlns:a="http://schemas.openxmlformats.org/drawingml/2006/main">
            <a:off x="571500" y="5810250"/>
            <a:ext cx="1009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0706B"/>
                </a:solidFill>
                <a:latin typeface="Aptos"/>
                <a:ea typeface="Aptos"/>
                <a:cs typeface="Aptos"/>
              </a:defRPr>
            </a:pPr>
            <a:r>
              <a:rPr sz="938" b="0">
                <a:solidFill>
                  <a:srgbClr val="60706B"/>
                </a:solidFill>
                <a:latin typeface="Aptos"/>
                <a:ea typeface="Aptos"/>
                <a:cs typeface="Aptos"/>
              </a:rPr>
              <a:t>Largest single parent session: 1.998M cache-read tokens at 01:49 during the first inventory/build phase. Final pause session: 1.078M cache-read tokens to reach the human clarification.</a:t>
            </a:r>
          </a:p>
        </p:txBody>
      </p:sp>
      <p:sp>
        <p:nvSpPr>
          <p:cNvPr id="157" name="">
            <a:extLst xmlns:a="http://schemas.openxmlformats.org/drawingml/2006/main">
              <a:ext uri="{FF2B5EF4-FFF2-40B4-BE49-F238E27FC236}">
                <a16:creationId xmlns:a16="http://schemas.microsoft.com/office/drawing/2014/main" id="{D05ABE6D-4916-4813-9738-D4467BDF6150}"/>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158" name="">
            <a:extLst xmlns:a="http://schemas.openxmlformats.org/drawingml/2006/main">
              <a:ext uri="{FF2B5EF4-FFF2-40B4-BE49-F238E27FC236}">
                <a16:creationId xmlns:a16="http://schemas.microsoft.com/office/drawing/2014/main" id="{C755ACDF-CAE2-4405-A04C-09AD22A91C73}"/>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159" name="">
            <a:extLst xmlns:a="http://schemas.openxmlformats.org/drawingml/2006/main">
              <a:ext uri="{FF2B5EF4-FFF2-40B4-BE49-F238E27FC236}">
                <a16:creationId xmlns:a16="http://schemas.microsoft.com/office/drawing/2014/main" id="{8366DFC7-29E0-47F2-82BC-5F7EB8FF51BE}"/>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09</a:t>
            </a:r>
          </a:p>
        </p:txBody>
      </p:sp>
    </p:spTree>
    <p:extLst>
      <p:ext uri="{BB962C8B-B14F-4D97-AF65-F5344CB8AC3E}">
        <p14:creationId xmlns:p14="http://schemas.microsoft.com/office/powerpoint/2010/main" val="130749284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1D5249-A432-4A56-B155-6BED93D746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DF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8E8511D-8F27-40C9-A9E3-2FC772B7E732}"/>
              </a:ext>
            </a:extLst>
          </p:cNvPr>
          <p:cNvSpPr>
            <a:spLocks xmlns:a="http://schemas.openxmlformats.org/drawingml/2006/main" noGrp="1"/>
          </p:cNvSpPr>
          <p:nvPr/>
        </p:nvSpPr>
        <p:spPr>
          <a:xfrm xmlns:a="http://schemas.openxmlformats.org/drawingml/2006/main">
            <a:off x="552450" y="304800"/>
            <a:ext cx="6858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0E6B61"/>
                </a:solidFill>
                <a:latin typeface="Aptos"/>
                <a:ea typeface="Aptos"/>
                <a:cs typeface="Aptos"/>
              </a:defRPr>
            </a:pPr>
            <a:r>
              <a:rPr sz="900" b="1">
                <a:solidFill>
                  <a:srgbClr val="0E6B61"/>
                </a:solidFill>
                <a:latin typeface="Aptos"/>
                <a:ea typeface="Aptos"/>
                <a:cs typeface="Aptos"/>
              </a:rPr>
              <a:t>SOURCES AND CAVEATS</a:t>
            </a:r>
          </a:p>
        </p:txBody>
      </p:sp>
      <p:sp>
        <p:nvSpPr>
          <p:cNvPr id="3" name="">
            <a:extLst xmlns:a="http://schemas.openxmlformats.org/drawingml/2006/main">
              <a:ext uri="{FF2B5EF4-FFF2-40B4-BE49-F238E27FC236}">
                <a16:creationId xmlns:a16="http://schemas.microsoft.com/office/drawing/2014/main" id="{9F4CBD02-EA59-4162-8F95-4326EC1332DA}"/>
              </a:ext>
            </a:extLst>
          </p:cNvPr>
          <p:cNvSpPr>
            <a:spLocks xmlns:a="http://schemas.openxmlformats.org/drawingml/2006/main" noGrp="1"/>
          </p:cNvSpPr>
          <p:nvPr/>
        </p:nvSpPr>
        <p:spPr>
          <a:xfrm xmlns:a="http://schemas.openxmlformats.org/drawingml/2006/main">
            <a:off x="552450" y="552450"/>
            <a:ext cx="8572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75" b="1">
                <a:solidFill>
                  <a:srgbClr val="162021"/>
                </a:solidFill>
                <a:latin typeface="Aptos Display"/>
                <a:ea typeface="Aptos Display"/>
                <a:cs typeface="Aptos Display"/>
              </a:defRPr>
            </a:pPr>
            <a:r>
              <a:rPr sz="2175" b="1">
                <a:solidFill>
                  <a:srgbClr val="162021"/>
                </a:solidFill>
                <a:latin typeface="Aptos Display"/>
                <a:ea typeface="Aptos Display"/>
                <a:cs typeface="Aptos Display"/>
              </a:rPr>
              <a:t>This deck uses persisted evidence because the live API was unavailable</a:t>
            </a:r>
          </a:p>
        </p:txBody>
      </p:sp>
      <p:sp>
        <p:nvSpPr>
          <p:cNvPr id="4" name="">
            <a:extLst xmlns:a="http://schemas.openxmlformats.org/drawingml/2006/main">
              <a:ext uri="{FF2B5EF4-FFF2-40B4-BE49-F238E27FC236}">
                <a16:creationId xmlns:a16="http://schemas.microsoft.com/office/drawing/2014/main" id="{5A98F1C9-47AB-4987-8A84-68ADD6D3E269}"/>
              </a:ext>
            </a:extLst>
          </p:cNvPr>
          <p:cNvSpPr>
            <a:spLocks xmlns:a="http://schemas.openxmlformats.org/drawingml/2006/main" noGrp="1"/>
          </p:cNvSpPr>
          <p:nvPr/>
        </p:nvSpPr>
        <p:spPr>
          <a:xfrm xmlns:a="http://schemas.openxmlformats.org/drawingml/2006/main">
            <a:off x="571500" y="1257300"/>
            <a:ext cx="990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60706B"/>
                </a:solidFill>
                <a:latin typeface="Aptos"/>
                <a:ea typeface="Aptos"/>
                <a:cs typeface="Aptos"/>
              </a:defRPr>
            </a:pPr>
            <a:r>
              <a:rPr sz="1013" b="0">
                <a:solidFill>
                  <a:srgbClr val="60706B"/>
                </a:solidFill>
                <a:latin typeface="Aptos"/>
                <a:ea typeface="Aptos"/>
                <a:cs typeface="Aptos"/>
              </a:rPr>
              <a:t>The analysis did not restart the server or mutate orchestrator state.</a:t>
            </a:r>
          </a:p>
        </p:txBody>
      </p:sp>
      <p:sp>
        <p:nvSpPr>
          <p:cNvPr id="5" name="">
            <a:extLst xmlns:a="http://schemas.openxmlformats.org/drawingml/2006/main">
              <a:ext uri="{FF2B5EF4-FFF2-40B4-BE49-F238E27FC236}">
                <a16:creationId xmlns:a16="http://schemas.microsoft.com/office/drawing/2014/main" id="{A11B3154-44CA-444F-8123-B46E25B9A5FF}"/>
              </a:ext>
            </a:extLst>
          </p:cNvPr>
          <p:cNvSpPr>
            <a:spLocks xmlns:a="http://schemas.openxmlformats.org/drawingml/2006/main" noGrp="1"/>
          </p:cNvSpPr>
          <p:nvPr/>
        </p:nvSpPr>
        <p:spPr>
          <a:xfrm xmlns:a="http://schemas.openxmlformats.org/drawingml/2006/main">
            <a:off x="552450" y="1562100"/>
            <a:ext cx="11087100" cy="19050"/>
          </a:xfrm>
          <a:prstGeom xmlns:a="http://schemas.openxmlformats.org/drawingml/2006/main" prst="rect">
            <a:avLst/>
          </a:prstGeom>
          <a:solidFill xmlns:a="http://schemas.openxmlformats.org/drawingml/2006/main">
            <a:srgbClr val="D8D0C2"/>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78CDC4B-BA7B-43CF-84C4-0BEC01CD602E}"/>
              </a:ext>
            </a:extLst>
          </p:cNvPr>
          <p:cNvSpPr>
            <a:spLocks xmlns:a="http://schemas.openxmlformats.org/drawingml/2006/main" noGrp="1"/>
          </p:cNvSpPr>
          <p:nvPr/>
        </p:nvSpPr>
        <p:spPr>
          <a:xfrm xmlns:a="http://schemas.openxmlformats.org/drawingml/2006/main">
            <a:off x="762000" y="1905000"/>
            <a:ext cx="4953000" cy="2895600"/>
          </a:xfrm>
          <a:prstGeom xmlns:a="http://schemas.openxmlformats.org/drawingml/2006/main" prst="rect">
            <a:avLst/>
          </a:prstGeom>
          <a:solidFill xmlns:a="http://schemas.openxmlformats.org/drawingml/2006/main">
            <a:srgbClr val="F5EFE5"/>
          </a:solidFill>
          <a:ln xmlns:a="http://schemas.openxmlformats.org/drawingml/2006/main" w="9525">
            <a:solidFill>
              <a:srgbClr val="D8D0C2"/>
            </a:solidFill>
            <a:prstDash val="solid"/>
          </a:ln>
        </p:spPr>
      </p:sp>
      <p:sp>
        <p:nvSpPr>
          <p:cNvPr id="7" name="">
            <a:extLst xmlns:a="http://schemas.openxmlformats.org/drawingml/2006/main">
              <a:ext uri="{FF2B5EF4-FFF2-40B4-BE49-F238E27FC236}">
                <a16:creationId xmlns:a16="http://schemas.microsoft.com/office/drawing/2014/main" id="{088D94B6-D9B3-429C-8540-CD3A0ACD1624}"/>
              </a:ext>
            </a:extLst>
          </p:cNvPr>
          <p:cNvSpPr>
            <a:spLocks xmlns:a="http://schemas.openxmlformats.org/drawingml/2006/main" noGrp="1"/>
          </p:cNvSpPr>
          <p:nvPr/>
        </p:nvSpPr>
        <p:spPr>
          <a:xfrm xmlns:a="http://schemas.openxmlformats.org/drawingml/2006/main">
            <a:off x="1047750" y="217170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0E6B61"/>
                </a:solidFill>
                <a:latin typeface="Aptos"/>
                <a:ea typeface="Aptos"/>
                <a:cs typeface="Aptos"/>
              </a:defRPr>
            </a:pPr>
            <a:r>
              <a:rPr sz="1425" b="1">
                <a:solidFill>
                  <a:srgbClr val="0E6B61"/>
                </a:solidFill>
                <a:latin typeface="Aptos"/>
                <a:ea typeface="Aptos"/>
                <a:cs typeface="Aptos"/>
              </a:rPr>
              <a:t>Primary sources</a:t>
            </a:r>
          </a:p>
        </p:txBody>
      </p:sp>
      <p:sp>
        <p:nvSpPr>
          <p:cNvPr id="8" name="">
            <a:extLst xmlns:a="http://schemas.openxmlformats.org/drawingml/2006/main">
              <a:ext uri="{FF2B5EF4-FFF2-40B4-BE49-F238E27FC236}">
                <a16:creationId xmlns:a16="http://schemas.microsoft.com/office/drawing/2014/main" id="{3BAAD692-C4C6-41BF-9E93-359BC904B342}"/>
              </a:ext>
            </a:extLst>
          </p:cNvPr>
          <p:cNvSpPr>
            <a:spLocks xmlns:a="http://schemas.openxmlformats.org/drawingml/2006/main" noGrp="1"/>
          </p:cNvSpPr>
          <p:nvPr/>
        </p:nvSpPr>
        <p:spPr>
          <a:xfrm xmlns:a="http://schemas.openxmlformats.org/drawingml/2006/main">
            <a:off x="1066800" y="26098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62021"/>
                </a:solidFill>
                <a:latin typeface="Aptos"/>
                <a:ea typeface="Aptos"/>
                <a:cs typeface="Aptos"/>
              </a:defRPr>
            </a:pPr>
            <a:r>
              <a:rPr sz="938" b="0">
                <a:solidFill>
                  <a:srgbClr val="162021"/>
                </a:solidFill>
                <a:latin typeface="Aptos"/>
                <a:ea typeface="Aptos"/>
                <a:cs typeface="Aptos"/>
              </a:rPr>
              <a:t>.orchestrator/state/history.jsonl</a:t>
            </a:r>
          </a:p>
        </p:txBody>
      </p:sp>
      <p:sp>
        <p:nvSpPr>
          <p:cNvPr id="9" name="">
            <a:extLst xmlns:a="http://schemas.openxmlformats.org/drawingml/2006/main">
              <a:ext uri="{FF2B5EF4-FFF2-40B4-BE49-F238E27FC236}">
                <a16:creationId xmlns:a16="http://schemas.microsoft.com/office/drawing/2014/main" id="{76872BA7-9130-4D36-BA38-EDDFA00D2CD1}"/>
              </a:ext>
            </a:extLst>
          </p:cNvPr>
          <p:cNvSpPr>
            <a:spLocks xmlns:a="http://schemas.openxmlformats.org/drawingml/2006/main" noGrp="1"/>
          </p:cNvSpPr>
          <p:nvPr/>
        </p:nvSpPr>
        <p:spPr>
          <a:xfrm xmlns:a="http://schemas.openxmlformats.org/drawingml/2006/main">
            <a:off x="1066800" y="29146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62021"/>
                </a:solidFill>
                <a:latin typeface="Aptos"/>
                <a:ea typeface="Aptos"/>
                <a:cs typeface="Aptos"/>
              </a:defRPr>
            </a:pPr>
            <a:r>
              <a:rPr sz="938" b="0">
                <a:solidFill>
                  <a:srgbClr val="162021"/>
                </a:solidFill>
                <a:latin typeface="Aptos"/>
                <a:ea typeface="Aptos"/>
                <a:cs typeface="Aptos"/>
              </a:rPr>
              <a:t>worktrees/r166/.worktree-manifest.json</a:t>
            </a:r>
          </a:p>
        </p:txBody>
      </p:sp>
      <p:sp>
        <p:nvSpPr>
          <p:cNvPr id="10" name="">
            <a:extLst xmlns:a="http://schemas.openxmlformats.org/drawingml/2006/main">
              <a:ext uri="{FF2B5EF4-FFF2-40B4-BE49-F238E27FC236}">
                <a16:creationId xmlns:a16="http://schemas.microsoft.com/office/drawing/2014/main" id="{6E8FEC5C-D1DB-4F75-B8B0-58ED5B27C7C6}"/>
              </a:ext>
            </a:extLst>
          </p:cNvPr>
          <p:cNvSpPr>
            <a:spLocks xmlns:a="http://schemas.openxmlformats.org/drawingml/2006/main" noGrp="1"/>
          </p:cNvSpPr>
          <p:nvPr/>
        </p:nvSpPr>
        <p:spPr>
          <a:xfrm xmlns:a="http://schemas.openxmlformats.org/drawingml/2006/main">
            <a:off x="1066800" y="32194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62021"/>
                </a:solidFill>
                <a:latin typeface="Aptos"/>
                <a:ea typeface="Aptos"/>
                <a:cs typeface="Aptos"/>
              </a:defRPr>
            </a:pPr>
            <a:r>
              <a:rPr sz="938" b="0">
                <a:solidFill>
                  <a:srgbClr val="162021"/>
                </a:solidFill>
                <a:latin typeface="Aptos"/>
                <a:ea typeface="Aptos"/>
                <a:cs typeface="Aptos"/>
              </a:rPr>
              <a:t>worktrees/r167/.worktree-manifest.json</a:t>
            </a:r>
          </a:p>
        </p:txBody>
      </p:sp>
      <p:sp>
        <p:nvSpPr>
          <p:cNvPr id="11" name="">
            <a:extLst xmlns:a="http://schemas.openxmlformats.org/drawingml/2006/main">
              <a:ext uri="{FF2B5EF4-FFF2-40B4-BE49-F238E27FC236}">
                <a16:creationId xmlns:a16="http://schemas.microsoft.com/office/drawing/2014/main" id="{1EA6EED7-1AE5-444E-B8A7-A7E8948BF242}"/>
              </a:ext>
            </a:extLst>
          </p:cNvPr>
          <p:cNvSpPr>
            <a:spLocks xmlns:a="http://schemas.openxmlformats.org/drawingml/2006/main" noGrp="1"/>
          </p:cNvSpPr>
          <p:nvPr/>
        </p:nvSpPr>
        <p:spPr>
          <a:xfrm xmlns:a="http://schemas.openxmlformats.org/drawingml/2006/main">
            <a:off x="1066800" y="35242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62021"/>
                </a:solidFill>
                <a:latin typeface="Aptos"/>
                <a:ea typeface="Aptos"/>
                <a:cs typeface="Aptos"/>
              </a:defRPr>
            </a:pPr>
            <a:r>
              <a:rPr sz="938" b="0">
                <a:solidFill>
                  <a:srgbClr val="162021"/>
                </a:solidFill>
                <a:latin typeface="Aptos"/>
                <a:ea typeface="Aptos"/>
                <a:cs typeface="Aptos"/>
              </a:rPr>
              <a:t>worktrees/r166/docs/super-parent/current-understanding.md</a:t>
            </a:r>
          </a:p>
        </p:txBody>
      </p:sp>
      <p:sp>
        <p:nvSpPr>
          <p:cNvPr id="12" name="">
            <a:extLst xmlns:a="http://schemas.openxmlformats.org/drawingml/2006/main">
              <a:ext uri="{FF2B5EF4-FFF2-40B4-BE49-F238E27FC236}">
                <a16:creationId xmlns:a16="http://schemas.microsoft.com/office/drawing/2014/main" id="{1514579E-2997-454E-A9E8-76AAE6E0F028}"/>
              </a:ext>
            </a:extLst>
          </p:cNvPr>
          <p:cNvSpPr>
            <a:spLocks xmlns:a="http://schemas.openxmlformats.org/drawingml/2006/main" noGrp="1"/>
          </p:cNvSpPr>
          <p:nvPr/>
        </p:nvSpPr>
        <p:spPr>
          <a:xfrm xmlns:a="http://schemas.openxmlformats.org/drawingml/2006/main">
            <a:off x="1066800" y="38290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62021"/>
                </a:solidFill>
                <a:latin typeface="Aptos"/>
                <a:ea typeface="Aptos"/>
                <a:cs typeface="Aptos"/>
              </a:defRPr>
            </a:pPr>
            <a:r>
              <a:rPr sz="938" b="0">
                <a:solidFill>
                  <a:srgbClr val="162021"/>
                </a:solidFill>
                <a:latin typeface="Aptos"/>
                <a:ea typeface="Aptos"/>
                <a:cs typeface="Aptos"/>
              </a:rPr>
              <a:t>worktrees/r166/docs/super-parent/next-slice.md</a:t>
            </a:r>
          </a:p>
        </p:txBody>
      </p:sp>
      <p:sp>
        <p:nvSpPr>
          <p:cNvPr id="13" name="">
            <a:extLst xmlns:a="http://schemas.openxmlformats.org/drawingml/2006/main">
              <a:ext uri="{FF2B5EF4-FFF2-40B4-BE49-F238E27FC236}">
                <a16:creationId xmlns:a16="http://schemas.microsoft.com/office/drawing/2014/main" id="{E8F092A8-4219-47F7-8AEA-52AF2784A05D}"/>
              </a:ext>
            </a:extLst>
          </p:cNvPr>
          <p:cNvSpPr>
            <a:spLocks xmlns:a="http://schemas.openxmlformats.org/drawingml/2006/main" noGrp="1"/>
          </p:cNvSpPr>
          <p:nvPr/>
        </p:nvSpPr>
        <p:spPr>
          <a:xfrm xmlns:a="http://schemas.openxmlformats.org/drawingml/2006/main">
            <a:off x="1066800" y="4133850"/>
            <a:ext cx="4095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62021"/>
                </a:solidFill>
                <a:latin typeface="Aptos"/>
                <a:ea typeface="Aptos"/>
                <a:cs typeface="Aptos"/>
              </a:defRPr>
            </a:pPr>
            <a:r>
              <a:rPr sz="938" b="0">
                <a:solidFill>
                  <a:srgbClr val="162021"/>
                </a:solidFill>
                <a:latin typeface="Aptos"/>
                <a:ea typeface="Aptos"/>
                <a:cs typeface="Aptos"/>
              </a:rPr>
              <a:t>worktrees/r167/docs/run-evidence/INV-R-001-pytest-smoke-evidence.json</a:t>
            </a:r>
          </a:p>
        </p:txBody>
      </p:sp>
      <p:sp>
        <p:nvSpPr>
          <p:cNvPr id="14" name="">
            <a:extLst xmlns:a="http://schemas.openxmlformats.org/drawingml/2006/main">
              <a:ext uri="{FF2B5EF4-FFF2-40B4-BE49-F238E27FC236}">
                <a16:creationId xmlns:a16="http://schemas.microsoft.com/office/drawing/2014/main" id="{DE7D4424-8E60-496A-9B5B-2E7FE0535E28}"/>
              </a:ext>
            </a:extLst>
          </p:cNvPr>
          <p:cNvSpPr>
            <a:spLocks xmlns:a="http://schemas.openxmlformats.org/drawingml/2006/main" noGrp="1"/>
          </p:cNvSpPr>
          <p:nvPr/>
        </p:nvSpPr>
        <p:spPr>
          <a:xfrm xmlns:a="http://schemas.openxmlformats.org/drawingml/2006/main">
            <a:off x="6496050" y="1905000"/>
            <a:ext cx="4953000" cy="2895600"/>
          </a:xfrm>
          <a:prstGeom xmlns:a="http://schemas.openxmlformats.org/drawingml/2006/main" prst="rect">
            <a:avLst/>
          </a:prstGeom>
          <a:solidFill xmlns:a="http://schemas.openxmlformats.org/drawingml/2006/main">
            <a:srgbClr val="F5EFE5"/>
          </a:solidFill>
          <a:ln xmlns:a="http://schemas.openxmlformats.org/drawingml/2006/main" w="9525">
            <a:solidFill>
              <a:srgbClr val="D8D0C2"/>
            </a:solidFill>
            <a:prstDash val="solid"/>
          </a:ln>
        </p:spPr>
      </p:sp>
      <p:sp>
        <p:nvSpPr>
          <p:cNvPr id="15" name="">
            <a:extLst xmlns:a="http://schemas.openxmlformats.org/drawingml/2006/main">
              <a:ext uri="{FF2B5EF4-FFF2-40B4-BE49-F238E27FC236}">
                <a16:creationId xmlns:a16="http://schemas.microsoft.com/office/drawing/2014/main" id="{187AD31E-2F41-44BE-878E-7330F4976543}"/>
              </a:ext>
            </a:extLst>
          </p:cNvPr>
          <p:cNvSpPr>
            <a:spLocks xmlns:a="http://schemas.openxmlformats.org/drawingml/2006/main" noGrp="1"/>
          </p:cNvSpPr>
          <p:nvPr/>
        </p:nvSpPr>
        <p:spPr>
          <a:xfrm xmlns:a="http://schemas.openxmlformats.org/drawingml/2006/main">
            <a:off x="6781800" y="2171700"/>
            <a:ext cx="2000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1">
                <a:solidFill>
                  <a:srgbClr val="B95F32"/>
                </a:solidFill>
                <a:latin typeface="Aptos"/>
                <a:ea typeface="Aptos"/>
                <a:cs typeface="Aptos"/>
              </a:defRPr>
            </a:pPr>
            <a:r>
              <a:rPr sz="1425" b="1">
                <a:solidFill>
                  <a:srgbClr val="B95F32"/>
                </a:solidFill>
                <a:latin typeface="Aptos"/>
                <a:ea typeface="Aptos"/>
                <a:cs typeface="Aptos"/>
              </a:rPr>
              <a:t>Method notes</a:t>
            </a:r>
          </a:p>
        </p:txBody>
      </p:sp>
      <p:sp>
        <p:nvSpPr>
          <p:cNvPr id="16" name="">
            <a:extLst xmlns:a="http://schemas.openxmlformats.org/drawingml/2006/main">
              <a:ext uri="{FF2B5EF4-FFF2-40B4-BE49-F238E27FC236}">
                <a16:creationId xmlns:a16="http://schemas.microsoft.com/office/drawing/2014/main" id="{6BFF7331-A9FB-41F6-A4F9-C5DFF67BDBD0}"/>
              </a:ext>
            </a:extLst>
          </p:cNvPr>
          <p:cNvSpPr>
            <a:spLocks xmlns:a="http://schemas.openxmlformats.org/drawingml/2006/main" noGrp="1"/>
          </p:cNvSpPr>
          <p:nvPr/>
        </p:nvSpPr>
        <p:spPr>
          <a:xfrm xmlns:a="http://schemas.openxmlformats.org/drawingml/2006/main">
            <a:off x="6800850" y="2609850"/>
            <a:ext cx="4095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62021"/>
                </a:solidFill>
                <a:latin typeface="Aptos"/>
                <a:ea typeface="Aptos"/>
                <a:cs typeface="Aptos"/>
              </a:defRPr>
            </a:pPr>
            <a:r>
              <a:rPr sz="975" b="0">
                <a:solidFill>
                  <a:srgbClr val="162021"/>
                </a:solidFill>
                <a:latin typeface="Aptos"/>
                <a:ea typeface="Aptos"/>
                <a:cs typeface="Aptos"/>
              </a:rPr>
              <a:t>Result-level usage was used to avoid double-counting streamed assistant chunks.</a:t>
            </a:r>
          </a:p>
        </p:txBody>
      </p:sp>
      <p:sp>
        <p:nvSpPr>
          <p:cNvPr id="17" name="">
            <a:extLst xmlns:a="http://schemas.openxmlformats.org/drawingml/2006/main">
              <a:ext uri="{FF2B5EF4-FFF2-40B4-BE49-F238E27FC236}">
                <a16:creationId xmlns:a16="http://schemas.microsoft.com/office/drawing/2014/main" id="{01349F3D-B501-40E0-8E7D-1AAEC21BB541}"/>
              </a:ext>
            </a:extLst>
          </p:cNvPr>
          <p:cNvSpPr>
            <a:spLocks xmlns:a="http://schemas.openxmlformats.org/drawingml/2006/main" noGrp="1"/>
          </p:cNvSpPr>
          <p:nvPr/>
        </p:nvSpPr>
        <p:spPr>
          <a:xfrm xmlns:a="http://schemas.openxmlformats.org/drawingml/2006/main">
            <a:off x="6800850" y="3009900"/>
            <a:ext cx="4095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62021"/>
                </a:solidFill>
                <a:latin typeface="Aptos"/>
                <a:ea typeface="Aptos"/>
                <a:cs typeface="Aptos"/>
              </a:defRPr>
            </a:pPr>
            <a:r>
              <a:rPr sz="975" b="0">
                <a:solidFill>
                  <a:srgbClr val="162021"/>
                </a:solidFill>
                <a:latin typeface="Aptos"/>
                <a:ea typeface="Aptos"/>
                <a:cs typeface="Aptos"/>
              </a:rPr>
              <a:t>Tool calls were counted by unique tool_use id.</a:t>
            </a:r>
          </a:p>
        </p:txBody>
      </p:sp>
      <p:sp>
        <p:nvSpPr>
          <p:cNvPr id="18" name="">
            <a:extLst xmlns:a="http://schemas.openxmlformats.org/drawingml/2006/main">
              <a:ext uri="{FF2B5EF4-FFF2-40B4-BE49-F238E27FC236}">
                <a16:creationId xmlns:a16="http://schemas.microsoft.com/office/drawing/2014/main" id="{46707D91-69CB-4E3F-9B49-3945D808FC24}"/>
              </a:ext>
            </a:extLst>
          </p:cNvPr>
          <p:cNvSpPr>
            <a:spLocks xmlns:a="http://schemas.openxmlformats.org/drawingml/2006/main" noGrp="1"/>
          </p:cNvSpPr>
          <p:nvPr/>
        </p:nvSpPr>
        <p:spPr>
          <a:xfrm xmlns:a="http://schemas.openxmlformats.org/drawingml/2006/main">
            <a:off x="6800850" y="3409950"/>
            <a:ext cx="4095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62021"/>
                </a:solidFill>
                <a:latin typeface="Aptos"/>
                <a:ea typeface="Aptos"/>
                <a:cs typeface="Aptos"/>
              </a:defRPr>
            </a:pPr>
            <a:r>
              <a:rPr sz="975" b="0">
                <a:solidFill>
                  <a:srgbClr val="162021"/>
                </a:solidFill>
                <a:latin typeface="Aptos"/>
                <a:ea typeface="Aptos"/>
                <a:cs typeface="Aptos"/>
              </a:rPr>
              <a:t>Failed/error count includes nonzero probe commands and tool-call validation errors.</a:t>
            </a:r>
          </a:p>
        </p:txBody>
      </p:sp>
      <p:sp>
        <p:nvSpPr>
          <p:cNvPr id="19" name="">
            <a:extLst xmlns:a="http://schemas.openxmlformats.org/drawingml/2006/main">
              <a:ext uri="{FF2B5EF4-FFF2-40B4-BE49-F238E27FC236}">
                <a16:creationId xmlns:a16="http://schemas.microsoft.com/office/drawing/2014/main" id="{3B42A2D0-F5AC-4A6E-85A3-024243741E31}"/>
              </a:ext>
            </a:extLst>
          </p:cNvPr>
          <p:cNvSpPr>
            <a:spLocks xmlns:a="http://schemas.openxmlformats.org/drawingml/2006/main" noGrp="1"/>
          </p:cNvSpPr>
          <p:nvPr/>
        </p:nvSpPr>
        <p:spPr>
          <a:xfrm xmlns:a="http://schemas.openxmlformats.org/drawingml/2006/main">
            <a:off x="6800850" y="3810000"/>
            <a:ext cx="4095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62021"/>
                </a:solidFill>
                <a:latin typeface="Aptos"/>
                <a:ea typeface="Aptos"/>
                <a:cs typeface="Aptos"/>
              </a:defRPr>
            </a:pPr>
            <a:r>
              <a:rPr sz="975" b="0">
                <a:solidFill>
                  <a:srgbClr val="162021"/>
                </a:solidFill>
                <a:latin typeface="Aptos"/>
                <a:ea typeface="Aptos"/>
                <a:cs typeface="Aptos"/>
              </a:rPr>
              <a:t>The child run is included separately because parent behavior caused it and parent evidence depended on it.</a:t>
            </a:r>
          </a:p>
        </p:txBody>
      </p:sp>
      <p:sp>
        <p:nvSpPr>
          <p:cNvPr id="20" name="">
            <a:extLst xmlns:a="http://schemas.openxmlformats.org/drawingml/2006/main">
              <a:ext uri="{FF2B5EF4-FFF2-40B4-BE49-F238E27FC236}">
                <a16:creationId xmlns:a16="http://schemas.microsoft.com/office/drawing/2014/main" id="{A34907FE-EF0B-49DC-B1E3-4FB2BC978BA6}"/>
              </a:ext>
            </a:extLst>
          </p:cNvPr>
          <p:cNvSpPr>
            <a:spLocks xmlns:a="http://schemas.openxmlformats.org/drawingml/2006/main" noGrp="1"/>
          </p:cNvSpPr>
          <p:nvPr/>
        </p:nvSpPr>
        <p:spPr>
          <a:xfrm xmlns:a="http://schemas.openxmlformats.org/drawingml/2006/main">
            <a:off x="6800850" y="4210050"/>
            <a:ext cx="40957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162021"/>
                </a:solidFill>
                <a:latin typeface="Aptos"/>
                <a:ea typeface="Aptos"/>
                <a:cs typeface="Aptos"/>
              </a:defRPr>
            </a:pPr>
            <a:r>
              <a:rPr sz="975" b="0">
                <a:solidFill>
                  <a:srgbClr val="162021"/>
                </a:solidFill>
                <a:latin typeface="Aptos"/>
                <a:ea typeface="Aptos"/>
                <a:cs typeface="Aptos"/>
              </a:rPr>
              <a:t>Parsed 97 journal entries and 742 inner agent events for the two run ids.</a:t>
            </a:r>
          </a:p>
        </p:txBody>
      </p:sp>
      <p:sp>
        <p:nvSpPr>
          <p:cNvPr id="21" name="">
            <a:extLst xmlns:a="http://schemas.openxmlformats.org/drawingml/2006/main">
              <a:ext uri="{FF2B5EF4-FFF2-40B4-BE49-F238E27FC236}">
                <a16:creationId xmlns:a16="http://schemas.microsoft.com/office/drawing/2014/main" id="{8E2725B4-0F94-4E98-9168-46B1DD9240CC}"/>
              </a:ext>
            </a:extLst>
          </p:cNvPr>
          <p:cNvSpPr>
            <a:spLocks xmlns:a="http://schemas.openxmlformats.org/drawingml/2006/main" noGrp="1"/>
          </p:cNvSpPr>
          <p:nvPr/>
        </p:nvSpPr>
        <p:spPr>
          <a:xfrm xmlns:a="http://schemas.openxmlformats.org/drawingml/2006/main">
            <a:off x="1752600" y="5391150"/>
            <a:ext cx="8686800" cy="552450"/>
          </a:xfrm>
          <a:prstGeom xmlns:a="http://schemas.openxmlformats.org/drawingml/2006/main" prst="rect">
            <a:avLst/>
          </a:prstGeom>
          <a:solidFill xmlns:a="http://schemas.openxmlformats.org/drawingml/2006/main">
            <a:srgbClr val="14222A"/>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3EBA8E6-1156-49BC-ACD2-75925968BA2A}"/>
              </a:ext>
            </a:extLst>
          </p:cNvPr>
          <p:cNvSpPr>
            <a:spLocks xmlns:a="http://schemas.openxmlformats.org/drawingml/2006/main" noGrp="1"/>
          </p:cNvSpPr>
          <p:nvPr/>
        </p:nvSpPr>
        <p:spPr>
          <a:xfrm xmlns:a="http://schemas.openxmlformats.org/drawingml/2006/main">
            <a:off x="2019300" y="5505450"/>
            <a:ext cx="8153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FFFFFF"/>
                </a:solidFill>
                <a:latin typeface="Aptos"/>
                <a:ea typeface="Aptos"/>
                <a:cs typeface="Aptos"/>
              </a:defRPr>
            </a:pPr>
            <a:r>
              <a:rPr sz="1200" b="1">
                <a:solidFill>
                  <a:srgbClr val="FFFFFF"/>
                </a:solidFill>
                <a:latin typeface="Aptos"/>
                <a:ea typeface="Aptos"/>
                <a:cs typeface="Aptos"/>
              </a:rPr>
              <a:t>Bottom line: the pause is actionable. The orchestration system should keep the child evidence signal and remove the repeated context, concurrency mismatch, and schema-retry waste.</a:t>
            </a:r>
          </a:p>
        </p:txBody>
      </p:sp>
      <p:sp>
        <p:nvSpPr>
          <p:cNvPr id="23" name="">
            <a:extLst xmlns:a="http://schemas.openxmlformats.org/drawingml/2006/main">
              <a:ext uri="{FF2B5EF4-FFF2-40B4-BE49-F238E27FC236}">
                <a16:creationId xmlns:a16="http://schemas.microsoft.com/office/drawing/2014/main" id="{544C3BD3-01E3-4FAA-9ADE-4D4129DD0387}"/>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DD4C5"/>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0F352A3-5FA7-483C-AAD7-D4C752BA05D6}"/>
              </a:ext>
            </a:extLst>
          </p:cNvPr>
          <p:cNvSpPr>
            <a:spLocks xmlns:a="http://schemas.openxmlformats.org/drawingml/2006/main" noGrp="1"/>
          </p:cNvSpPr>
          <p:nvPr/>
        </p:nvSpPr>
        <p:spPr>
          <a:xfrm xmlns:a="http://schemas.openxmlformats.org/drawingml/2006/main">
            <a:off x="552450" y="653415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60706B"/>
                </a:solidFill>
                <a:latin typeface="Aptos"/>
                <a:ea typeface="Aptos"/>
                <a:cs typeface="Aptos"/>
              </a:defRPr>
            </a:pPr>
            <a:r>
              <a:rPr sz="750" b="0">
                <a:solidFill>
                  <a:srgbClr val="60706B"/>
                </a:solidFill>
                <a:latin typeface="Aptos"/>
                <a:ea typeface="Aptos"/>
                <a:cs typeface="Aptos"/>
              </a:rPr>
              <a:t>Run 14758f82 token/call audit | persisted journal + worktree evidence</a:t>
            </a:r>
          </a:p>
        </p:txBody>
      </p:sp>
      <p:sp>
        <p:nvSpPr>
          <p:cNvPr id="25" name="">
            <a:extLst xmlns:a="http://schemas.openxmlformats.org/drawingml/2006/main">
              <a:ext uri="{FF2B5EF4-FFF2-40B4-BE49-F238E27FC236}">
                <a16:creationId xmlns:a16="http://schemas.microsoft.com/office/drawing/2014/main" id="{103D8978-8577-4887-9351-3A311E80D70E}"/>
              </a:ext>
            </a:extLst>
          </p:cNvPr>
          <p:cNvSpPr>
            <a:spLocks xmlns:a="http://schemas.openxmlformats.org/drawingml/2006/main" noGrp="1"/>
          </p:cNvSpPr>
          <p:nvPr/>
        </p:nvSpPr>
        <p:spPr>
          <a:xfrm xmlns:a="http://schemas.openxmlformats.org/drawingml/2006/main">
            <a:off x="11334750" y="6534150"/>
            <a:ext cx="3048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0">
                <a:solidFill>
                  <a:srgbClr val="60706B"/>
                </a:solidFill>
                <a:latin typeface="Aptos"/>
                <a:ea typeface="Aptos"/>
                <a:cs typeface="Aptos"/>
              </a:defRPr>
            </a:pPr>
            <a:r>
              <a:rPr sz="750" b="0">
                <a:solidFill>
                  <a:srgbClr val="60706B"/>
                </a:solidFill>
                <a:latin typeface="Aptos"/>
                <a:ea typeface="Aptos"/>
                <a:cs typeface="Aptos"/>
              </a:rPr>
              <a:t>10</a:t>
            </a:r>
          </a:p>
        </p:txBody>
      </p:sp>
    </p:spTree>
    <p:extLst>
      <p:ext uri="{BB962C8B-B14F-4D97-AF65-F5344CB8AC3E}">
        <p14:creationId xmlns:p14="http://schemas.microsoft.com/office/powerpoint/2010/main" val="1952246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2026-05-14T18:12:38.1350000Z</dcterms:created>
  <dcterms:modified xsi:type="dcterms:W3CDTF">2026-05-14T18:12:38.1350000Z</dcterms:modified>
</coreProperties>
</file>