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1964d2375b42e9" /><Relationship Type="http://schemas.openxmlformats.org/officeDocument/2006/relationships/extended-properties" Target="/docProps/app.xml" Id="R281fb9f4c18d4d34" /><Relationship Type="http://schemas.openxmlformats.org/officeDocument/2006/relationships/officeDocument" Target="/ppt/presentation.xml" Id="Rc9dbca01263447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5d18b12e9e4748"/>
  </p:sldMasterIdLst>
  <p:notesMasterIdLst>
    <p:notesMasterId xmlns:r="http://schemas.openxmlformats.org/officeDocument/2006/relationships" r:id="Rafe44bf5b0f5478e"/>
  </p:notesMasterIdLst>
  <p:sldIdLst>
    <p:sldId xmlns:r="http://schemas.openxmlformats.org/officeDocument/2006/relationships" id="256" r:id="R70cf8d5d633a4004"/>
    <p:sldId xmlns:r="http://schemas.openxmlformats.org/officeDocument/2006/relationships" id="257" r:id="Rc75da1c71cd24312"/>
    <p:sldId xmlns:r="http://schemas.openxmlformats.org/officeDocument/2006/relationships" id="258" r:id="R950dd482fcb84c1a"/>
    <p:sldId xmlns:r="http://schemas.openxmlformats.org/officeDocument/2006/relationships" id="259" r:id="R9bef8af69c364029"/>
    <p:sldId xmlns:r="http://schemas.openxmlformats.org/officeDocument/2006/relationships" id="260" r:id="R2fd6e18aad7b4dc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d9380d4f234d6e" /><Relationship Type="http://schemas.openxmlformats.org/officeDocument/2006/relationships/slideMaster" Target="/ppt/slideMasters/slideMaster1.xml" Id="Ra95d18b12e9e4748" /><Relationship Type="http://schemas.openxmlformats.org/officeDocument/2006/relationships/notesMaster" Target="/ppt/notesMasters/notesMaster1.xml" Id="Rafe44bf5b0f5478e" /><Relationship Type="http://schemas.openxmlformats.org/officeDocument/2006/relationships/presProps" Target="/ppt/presProps.xml" Id="Rd55f843c4ade456c" /><Relationship Type="http://schemas.openxmlformats.org/officeDocument/2006/relationships/tableStyles" Target="/ppt/tableStyles.xml" Id="Rc8157e2cc8b44a66" /><Relationship Type="http://schemas.openxmlformats.org/officeDocument/2006/relationships/slide" Target="/ppt/slides/slide1.xml" Id="R70cf8d5d633a4004" /><Relationship Type="http://schemas.openxmlformats.org/officeDocument/2006/relationships/slide" Target="/ppt/slides/slide2.xml" Id="Rc75da1c71cd24312" /><Relationship Type="http://schemas.openxmlformats.org/officeDocument/2006/relationships/slide" Target="/ppt/slides/slide3.xml" Id="R950dd482fcb84c1a" /><Relationship Type="http://schemas.openxmlformats.org/officeDocument/2006/relationships/slide" Target="/ppt/slides/slide4.xml" Id="R9bef8af69c364029" /><Relationship Type="http://schemas.openxmlformats.org/officeDocument/2006/relationships/slide" Target="/ppt/slides/slide5.xml" Id="R2fd6e18aad7b4d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b6a74890de49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4ede73c35b4291" /><Relationship Type="http://schemas.openxmlformats.org/officeDocument/2006/relationships/notesMaster" Target="/ppt/notesMasters/notesMaster1.xml" Id="R3917247b462c48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89849ef169448f" /><Relationship Type="http://schemas.openxmlformats.org/officeDocument/2006/relationships/notesMaster" Target="/ppt/notesMasters/notesMaster1.xml" Id="R08ca4ad3c85b4a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10aa7043fd469f" /><Relationship Type="http://schemas.openxmlformats.org/officeDocument/2006/relationships/notesMaster" Target="/ppt/notesMasters/notesMaster1.xml" Id="Reb4435ad7ea74e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def25998f94733" /><Relationship Type="http://schemas.openxmlformats.org/officeDocument/2006/relationships/notesMaster" Target="/ppt/notesMasters/notesMaster1.xml" Id="R338e223bb19243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916cb11184417d" /><Relationship Type="http://schemas.openxmlformats.org/officeDocument/2006/relationships/notesMaster" Target="/ppt/notesMasters/notesMaster1.xml" Id="R839266c6b6b84d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19c9ea6fa745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badfbfdeeb43f7" /><Relationship Type="http://schemas.openxmlformats.org/officeDocument/2006/relationships/slideLayout" Target="/ppt/slideLayouts/slideLayout1.xml" Id="Rf928ea8c928f45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28ea8c928f45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4e559f1444ef4" /><Relationship Type="http://schemas.openxmlformats.org/officeDocument/2006/relationships/notesSlide" Target="/ppt/notesSlides/notesSlide1.xml" Id="Rbbb33820796545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ffc3608464f05" /><Relationship Type="http://schemas.openxmlformats.org/officeDocument/2006/relationships/notesSlide" Target="/ppt/notesSlides/notesSlide2.xml" Id="Ree14dc33e85940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9a3b0d82d4de5" /><Relationship Type="http://schemas.openxmlformats.org/officeDocument/2006/relationships/notesSlide" Target="/ppt/notesSlides/notesSlide3.xml" Id="R11be251e94c84b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5e4259a2b4d6e" /><Relationship Type="http://schemas.openxmlformats.org/officeDocument/2006/relationships/notesSlide" Target="/ppt/notesSlides/notesSlide4.xml" Id="Redf0c1612faf40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8cd086fb4459c" /><Relationship Type="http://schemas.openxmlformats.org/officeDocument/2006/relationships/notesSlide" Target="/ppt/notesSlides/notesSlide5.xml" Id="Ra7bcc0f972e146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DF18C65-4082-478A-96F2-05F12186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37AD9-4FD8-4FB7-8136-1BB18AC5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C199C-E451-455E-B4D0-33EB8BAB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A5E2E-92B4-4DB2-B914-89BAD16E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897B"/>
                </a:solidFill>
              </a:defRPr>
            </a:pPr>
            <a:r>
              <a:rPr sz="1200" b="1" i="0">
                <a:solidFill>
                  <a:srgbClr val="00897B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C15D6-70C1-4F5A-83E5-D409F4FE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7152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0ECE7"/>
          </a:solidFill>
          <a:ln xmlns:a="http://schemas.openxmlformats.org/drawingml/2006/main" w="0">
            <a:solidFill>
              <a:srgbClr val="D0EC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40D46-0175-4D20-B984-268490CA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0ECE7"/>
          </a:solidFill>
          <a:ln xmlns:a="http://schemas.openxmlformats.org/drawingml/2006/main" w="9525">
            <a:solidFill>
              <a:srgbClr val="00897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0834F-BC72-4901-A0C5-A5214FF8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897B"/>
                </a:solidFill>
              </a:defRPr>
            </a:pPr>
            <a:r>
              <a:rPr sz="1050" b="1" i="0">
                <a:solidFill>
                  <a:srgbClr val="00897B"/>
                </a:solidFill>
              </a:rPr>
              <a:t>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3A8C0-D347-4296-8DFB-23A1B151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6322E"/>
                </a:solidFill>
              </a:defRPr>
            </a:pPr>
            <a:r>
              <a:rPr sz="975" b="1" i="0">
                <a:solidFill>
                  <a:srgbClr val="16322E"/>
                </a:solidFill>
              </a:rPr>
              <a:t>Fleet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67E1F-17C2-4559-BAF2-5C89BCD8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14D17-D588-45C4-8F03-142826AC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98E05-9FAF-4CE3-93E1-6B3A921D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447B1-44E5-4F60-B698-C8BB846F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0A971-2A51-434B-BABF-0F8038D5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4AB2B-8867-489C-ADC8-922F1A00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78A72-1ABF-4A7B-8C5E-52C66465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B5BF6-2ACD-4717-A5CC-8B994C10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564A3-7E43-4456-BE75-8C0D065A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158051-651C-45F2-BFC7-BC2575D4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CCD2B9-B385-4C0B-B756-B00F9CF5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444CE1-FC62-4337-981A-DFFE78C9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83A056-3089-4548-A00D-3F35FCF2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D5974-140A-4605-A1DB-8568DE2B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322E"/>
                </a:solidFill>
              </a:defRPr>
            </a:pPr>
            <a:r>
              <a:rPr sz="825" b="1" i="0">
                <a:solidFill>
                  <a:srgbClr val="16322E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753C32-8D64-4180-8DE6-6C0F77A8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57B76"/>
                </a:solidFill>
              </a:defRPr>
            </a:pPr>
            <a:r>
              <a:rPr sz="825" b="0" i="0">
                <a:solidFill>
                  <a:srgbClr val="657B76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11A85-96AC-465B-8E62-632122C4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68EA2B-CB5B-496D-A754-0CFD2752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D64"/>
          </a:solidFill>
          <a:ln xmlns:a="http://schemas.openxmlformats.org/drawingml/2006/main" w="0">
            <a:solidFill>
              <a:srgbClr val="1E8D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DD57C6-7E1B-42A8-BD10-4B8D7C0E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7B76"/>
                </a:solidFill>
              </a:defRPr>
            </a:pPr>
            <a:r>
              <a:rPr sz="900" b="1" i="0">
                <a:solidFill>
                  <a:srgbClr val="657B76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06C321-3731-44A1-A150-CF5A0B33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22E"/>
                </a:solidFill>
              </a:defRPr>
            </a:pPr>
            <a:r>
              <a:rPr sz="1350" b="1" i="0">
                <a:solidFill>
                  <a:srgbClr val="16322E"/>
                </a:solidFill>
              </a:rPr>
              <a:t>Fleet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3EEE2E-C87D-461F-AB17-88F9AFFA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28E71E-2ABD-459C-9464-05A4B6FB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04 · EVIDENCE MAP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470B6B-99EA-4670-9984-F976FF71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B76"/>
                </a:solidFill>
              </a:defRPr>
            </a:pPr>
            <a:r>
              <a:rPr sz="900" b="1" i="0">
                <a:solidFill>
                  <a:srgbClr val="657B76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8034C9-EA38-42C8-A960-8CC059A5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CE7"/>
          </a:solidFill>
          <a:ln xmlns:a="http://schemas.openxmlformats.org/drawingml/2006/main" w="9525">
            <a:solidFill>
              <a:srgbClr val="00897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CC8228-136A-46CE-8D17-8EBF018C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97B"/>
                </a:solidFill>
              </a:defRPr>
            </a:pPr>
            <a:r>
              <a:rPr sz="975" b="1" i="0">
                <a:solidFill>
                  <a:srgbClr val="00897B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C90C05-D8DC-4EC0-BA88-89E7FBC0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6322E"/>
                </a:solidFill>
              </a:defRPr>
            </a:pPr>
            <a:r>
              <a:rPr sz="1800" b="1" i="0">
                <a:solidFill>
                  <a:srgbClr val="16322E"/>
                </a:solidFill>
              </a:rPr>
              <a:t>Fleet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86469C-2BE1-45E3-9B5D-E75DDD52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104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Compact topology strips · evidence on demand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16EFB2-D6A7-40DF-A414-7FB324D5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38200"/>
            <a:ext cx="8382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0897B"/>
          </a:solidFill>
          <a:ln xmlns:a="http://schemas.openxmlformats.org/drawingml/2006/main" w="0">
            <a:solidFill>
              <a:srgbClr val="00897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2B3A09-11B9-4B5B-91EA-82E0D2EB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9048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New run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CEFE38-6992-407B-8F4B-38F6ADFA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838200"/>
            <a:ext cx="723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9FA188-1926-4C05-8BF5-DFE839FB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9048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6322E"/>
                </a:solidFill>
              </a:defRPr>
            </a:pPr>
            <a:r>
              <a:rPr sz="825" b="1" i="0">
                <a:solidFill>
                  <a:srgbClr val="16322E"/>
                </a:solidFill>
              </a:rPr>
              <a:t>Filters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1AB731-5C06-417E-8639-8C7DE92E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10490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ECE3"/>
          </a:solidFill>
          <a:ln xmlns:a="http://schemas.openxmlformats.org/drawingml/2006/main" w="0">
            <a:solidFill>
              <a:srgbClr val="D4EC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9BE396-F41D-4A93-95B9-8654B966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1430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E8D64"/>
                </a:solidFill>
              </a:defRPr>
            </a:pPr>
            <a:r>
              <a:rPr sz="825" b="1" i="0">
                <a:solidFill>
                  <a:srgbClr val="1E8D64"/>
                </a:solidFill>
              </a:rPr>
              <a:t>NOTHING NEEDS YOU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5FF7C2-BF7F-4EFE-AFF0-DF698092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04950"/>
            <a:ext cx="1007745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8A1EA6-627F-46F4-8414-F2A1BAA9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7335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HEALTH STRIPS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93027B-CDB5-4CF8-8D69-FB61829B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114550"/>
            <a:ext cx="962025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0ECE7"/>
          </a:solidFill>
          <a:ln xmlns:a="http://schemas.openxmlformats.org/drawingml/2006/main" w="19050">
            <a:solidFill>
              <a:srgbClr val="00897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3AFF68-FD3D-4C84-A42E-3AE6558D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05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D64"/>
          </a:solidFill>
          <a:ln xmlns:a="http://schemas.openxmlformats.org/drawingml/2006/main" w="0">
            <a:solidFill>
              <a:srgbClr val="1E8D6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77D29F-049D-4845-991B-907194A9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288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22E"/>
                </a:solidFill>
              </a:defRPr>
            </a:pPr>
            <a:r>
              <a:rPr sz="1125" b="1" i="0">
                <a:solidFill>
                  <a:srgbClr val="16322E"/>
                </a:solidFill>
              </a:rPr>
              <a:t>r314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DC4339-5F4B-4A5B-BBFC-45DCFE60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22E"/>
                </a:solidFill>
              </a:defRPr>
            </a:pPr>
            <a:r>
              <a:rPr sz="1125" b="1" i="0">
                <a:solidFill>
                  <a:srgbClr val="16322E"/>
                </a:solidFill>
              </a:rPr>
              <a:t>verify-claim-sweep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41545D-D1B8-4EFA-8A30-2FC1B145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0507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A3E2C6-5C7F-4802-AAFA-F88ADCFD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0505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D6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4D0935-FA92-44F5-83CC-A3AD7EC6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98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plan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DF3257-A0B4-423E-A591-848D4FF3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0507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0F4A67-F070-473F-A58C-5AF3A7BF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0ECE7"/>
          </a:solidFill>
          <a:ln xmlns:a="http://schemas.openxmlformats.org/drawingml/2006/main" w="19050">
            <a:solidFill>
              <a:srgbClr val="00897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C6D290-0BEF-4B92-A771-D66D5584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98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build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CF8A0B-CDBB-4ACB-8F1D-6314655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0507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715800-2006-4733-8E39-F507265C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0505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3F6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1E7F76-0308-4D6D-81F0-44929DEA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098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verify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FB9EA85-7C9C-4668-9ACA-B7DB1C1F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0507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73E1933-850F-4583-A69A-91AA74BB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0505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1038029-036B-40D5-90E3-839FD000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98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join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8CBA13C-C02C-49BB-94FE-70CC358B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0505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CCDA812-FE5E-4274-B846-FE6A0D66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98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final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7D6426C-210D-44B7-B264-63012CC9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479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57B76"/>
                </a:solidFill>
              </a:defRPr>
            </a:pPr>
            <a:r>
              <a:rPr sz="975" b="1" i="0">
                <a:solidFill>
                  <a:srgbClr val="657B76"/>
                </a:solidFill>
              </a:rPr>
              <a:t>41s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D4F344B-87D7-4E20-8C97-CC26A2D4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717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6322E"/>
                </a:solidFill>
              </a:defRPr>
            </a:pPr>
            <a:r>
              <a:rPr sz="975" b="1" i="0">
                <a:solidFill>
                  <a:srgbClr val="16322E"/>
                </a:solidFill>
              </a:rPr>
              <a:t>$1.94 / $12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1D188E-2DEF-457C-AAB2-8B71D9FD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098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8D64"/>
                </a:solidFill>
              </a:defRPr>
            </a:pPr>
            <a:r>
              <a:rPr sz="975" b="1" i="0">
                <a:solidFill>
                  <a:srgbClr val="1E8D64"/>
                </a:solidFill>
              </a:rPr>
              <a:t>2 active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3FC2C4D-9954-4D3E-BE5C-1672A4FC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38500"/>
            <a:ext cx="962025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7FAF9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5AA0542-D234-4D72-8C80-29225D02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D64"/>
          </a:solidFill>
          <a:ln xmlns:a="http://schemas.openxmlformats.org/drawingml/2006/main" w="0">
            <a:solidFill>
              <a:srgbClr val="1E8D6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CA7CF93-9978-41C7-A105-612E31F5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52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22E"/>
                </a:solidFill>
              </a:defRPr>
            </a:pPr>
            <a:r>
              <a:rPr sz="1125" b="1" i="0">
                <a:solidFill>
                  <a:srgbClr val="16322E"/>
                </a:solidFill>
              </a:rPr>
              <a:t>r315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13B631E-04FB-41CE-A6C4-F1F8CE0F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528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22E"/>
                </a:solidFill>
              </a:defRPr>
            </a:pPr>
            <a:r>
              <a:rPr sz="1125" b="1" i="0">
                <a:solidFill>
                  <a:srgbClr val="16322E"/>
                </a:solidFill>
              </a:rPr>
              <a:t>w8-driver-shrink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FD878EC-01D9-433F-87D6-C0F7A505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2902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A0DE847-0B23-49C2-9B5B-A1A13391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2900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D6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B078F77-D47D-43F9-B4F3-1FA7BE00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3377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plan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4F5B371-791C-401C-81E8-E0DD40E6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2902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4D56CF1-8BEA-4551-ACA2-2B52A25D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D6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36F9968-B4E6-454D-9BCD-6C952752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3377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build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69EECC4-B94E-46FA-97EB-BB5937E8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2902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083CE25-9941-4BCD-A1BB-8F414C28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2900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0ECE7"/>
          </a:solidFill>
          <a:ln xmlns:a="http://schemas.openxmlformats.org/drawingml/2006/main" w="19050">
            <a:solidFill>
              <a:srgbClr val="00897B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6E85ECE-9B39-4ADB-91AD-295EC3D2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3377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verify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B786C0B-EBB2-4D09-BF7F-4542478A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2902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0BEACFE-02A1-46F9-85A6-0B6DC184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2900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7712962-8501-460C-AD50-814EC7C3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3377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join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F40967F-A745-4316-B26F-E2BAAA92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7E3C3CF-5111-4EAE-BED6-B7144D07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3377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final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6D33B4B-A026-401D-B188-9F4CB999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71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57B76"/>
                </a:solidFill>
              </a:defRPr>
            </a:pPr>
            <a:r>
              <a:rPr sz="975" b="1" i="0">
                <a:solidFill>
                  <a:srgbClr val="657B76"/>
                </a:solidFill>
              </a:rPr>
              <a:t>12s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D7D34FE-892D-4952-8433-2CD97A77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957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6322E"/>
                </a:solidFill>
              </a:defRPr>
            </a:pPr>
            <a:r>
              <a:rPr sz="975" b="1" i="0">
                <a:solidFill>
                  <a:srgbClr val="16322E"/>
                </a:solidFill>
              </a:rPr>
              <a:t>$1.32 / $10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DB51958-2A51-4CD4-86F9-6FA72363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338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8D64"/>
                </a:solidFill>
              </a:defRPr>
            </a:pPr>
            <a:r>
              <a:rPr sz="975" b="1" i="0">
                <a:solidFill>
                  <a:srgbClr val="1E8D64"/>
                </a:solidFill>
              </a:rPr>
              <a:t>1 verify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E4E5EA5-3131-473F-88E3-9F4FDB51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62450"/>
            <a:ext cx="962025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7FAF9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3BB5FF3-F187-4D3A-B703-A1E66343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D64"/>
          </a:solidFill>
          <a:ln xmlns:a="http://schemas.openxmlformats.org/drawingml/2006/main" w="0">
            <a:solidFill>
              <a:srgbClr val="1E8D64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ECD1F86-1D0B-48CF-9FEF-9834225A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767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22E"/>
                </a:solidFill>
              </a:defRPr>
            </a:pPr>
            <a:r>
              <a:rPr sz="1125" b="1" i="0">
                <a:solidFill>
                  <a:srgbClr val="16322E"/>
                </a:solidFill>
              </a:rPr>
              <a:t>r313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E4E04FB-466A-4F71-867F-8668365A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76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22E"/>
                </a:solidFill>
              </a:defRPr>
            </a:pPr>
            <a:r>
              <a:rPr sz="1125" b="1" i="0">
                <a:solidFill>
                  <a:srgbClr val="16322E"/>
                </a:solidFill>
              </a:rPr>
              <a:t>repo-clone-guard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61651CD-2146-42D9-8832-4821E178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5297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1AEAEB4-E54C-4537-BF5E-79ADF7EC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5295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D64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4E46DAF-9590-41D0-82F5-776E6066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577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plan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7179902-E1E7-42B5-AA43-B7C47772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5297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5586B6A-6B4D-418F-BB35-73DF358A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5295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D64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75679DA-0C62-4378-BEAA-84825AC9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577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build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33F9591-67E9-4A54-BD70-ABD835C3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5297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91C883A-06AF-4BBC-8466-4F961DCF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5295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0ECE7"/>
          </a:solidFill>
          <a:ln xmlns:a="http://schemas.openxmlformats.org/drawingml/2006/main" w="19050">
            <a:solidFill>
              <a:srgbClr val="00897B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03DAC85-0B5E-414B-A4FD-D657E180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577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verify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00ED93C-EEEC-47AA-A141-5B4A7368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5297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C6DEFC4-498D-496C-AAC5-A16488D4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5295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645E896-FDA5-48D1-BF62-A2533EF7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577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join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3E314BD-DF38-42BE-8646-22DEE89D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5295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A23BBE7-E29E-46FB-BB0B-0DE05058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577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final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D0F3BB1-B99B-4FF5-8B8B-E09AECE8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495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57B76"/>
                </a:solidFill>
              </a:defRPr>
            </a:pPr>
            <a:r>
              <a:rPr sz="975" b="1" i="0">
                <a:solidFill>
                  <a:srgbClr val="657B76"/>
                </a:solidFill>
              </a:rPr>
              <a:t>2m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5C9445E-7F52-4009-821A-BF6948EC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196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6322E"/>
                </a:solidFill>
              </a:defRPr>
            </a:pPr>
            <a:r>
              <a:rPr sz="975" b="1" i="0">
                <a:solidFill>
                  <a:srgbClr val="16322E"/>
                </a:solidFill>
              </a:rPr>
              <a:t>$1.05 / $12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DCAD167-8642-422C-A615-B37857DB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57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8D64"/>
                </a:solidFill>
              </a:defRPr>
            </a:pPr>
            <a:r>
              <a:rPr sz="975" b="1" i="0">
                <a:solidFill>
                  <a:srgbClr val="1E8D64"/>
                </a:solidFill>
              </a:rPr>
              <a:t>1 active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181F47C-0032-464E-91E7-7D341854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81650"/>
            <a:ext cx="9620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4ECE3"/>
          </a:solidFill>
          <a:ln xmlns:a="http://schemas.openxmlformats.org/drawingml/2006/main" w="9525">
            <a:solidFill>
              <a:srgbClr val="1E8D64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6F94316-1BB3-46B4-BED6-39C677CC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531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E8D64"/>
                </a:solidFill>
              </a:defRPr>
            </a:pPr>
            <a:r>
              <a:rPr sz="825" b="1" i="0">
                <a:solidFill>
                  <a:srgbClr val="1E8D64"/>
                </a:solidFill>
              </a:rPr>
              <a:t>POSITIVE CLAIM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C55812A-BEF1-45A4-AF7D-20D14090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715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322E"/>
                </a:solidFill>
              </a:defRPr>
            </a:pPr>
            <a:r>
              <a:rPr sz="1200" b="1" i="0">
                <a:solidFill>
                  <a:srgbClr val="16322E"/>
                </a:solidFill>
              </a:rPr>
              <a:t>Frontiers are emitting, no human wait exists, and every final gate remains reachable.</a:t>
            </a:r>
          </a:p>
        </p:txBody>
      </p:sp>
    </p:spTree>
    <p:extLst>
      <p:ext uri="{BB962C8B-B14F-4D97-AF65-F5344CB8AC3E}">
        <p14:creationId xmlns:p14="http://schemas.microsoft.com/office/powerpoint/2010/main" val="1693259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A93CC4F-5D38-41F4-83B3-52D68DF6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DD7AE-441E-45F5-BF4D-1A9683C2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F57F7-6202-49A7-A769-52AD0FE7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084ED-6F4C-4653-8F27-C49D8D66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897B"/>
                </a:solidFill>
              </a:defRPr>
            </a:pPr>
            <a:r>
              <a:rPr sz="1200" b="1" i="0">
                <a:solidFill>
                  <a:srgbClr val="00897B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BF788-81EA-4093-BCC6-3701DA87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6D9D6-7E04-49C5-8100-92BE65B5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850BC-886F-4494-89BF-765D5048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Fleet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8EE19-D1CD-4696-A2F9-1E60C1CD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8587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0ECE7"/>
          </a:solidFill>
          <a:ln xmlns:a="http://schemas.openxmlformats.org/drawingml/2006/main" w="0">
            <a:solidFill>
              <a:srgbClr val="D0EC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46753-466E-4CEF-A505-C2F915A5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0ECE7"/>
          </a:solidFill>
          <a:ln xmlns:a="http://schemas.openxmlformats.org/drawingml/2006/main" w="9525">
            <a:solidFill>
              <a:srgbClr val="0089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F25C4-5F00-48F1-BF8E-0E829429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897B"/>
                </a:solidFill>
              </a:defRPr>
            </a:pPr>
            <a:r>
              <a:rPr sz="1050" b="1" i="0">
                <a:solidFill>
                  <a:srgbClr val="00897B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A8A36-4065-4471-963A-E6F25C2F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6322E"/>
                </a:solidFill>
              </a:defRPr>
            </a:pPr>
            <a:r>
              <a:rPr sz="975" b="1" i="0">
                <a:solidFill>
                  <a:srgbClr val="16322E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021E9-4D8E-492E-9D4D-0FE94C7D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8B3FC-ADEA-4AB5-90D8-9D13CA3C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B9952-C57E-410F-A6DC-F4477B96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1BA86-B2A0-491C-946F-FB1F0A46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BA5FB1-89EC-458D-AF1D-93B0D3C8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CF715-7720-44BF-850F-1DF70DDB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73193-27BB-4263-8979-8D6E9FBE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23369-0679-45F9-BF9F-9D0177B9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66F78-FA4B-4EDB-A723-AF559244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6502D2-A839-4B9E-8C6F-9CE6A982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59742-33C8-41D9-BCAF-AE91403D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322E"/>
                </a:solidFill>
              </a:defRPr>
            </a:pPr>
            <a:r>
              <a:rPr sz="825" b="1" i="0">
                <a:solidFill>
                  <a:srgbClr val="16322E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EC6238-3674-4527-B970-44DDC212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57B76"/>
                </a:solidFill>
              </a:defRPr>
            </a:pPr>
            <a:r>
              <a:rPr sz="825" b="0" i="0">
                <a:solidFill>
                  <a:srgbClr val="657B76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A51FDE-2A91-4D4E-8368-675B5996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62F14F-4492-4548-AE58-A79D4C1D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D64"/>
          </a:solidFill>
          <a:ln xmlns:a="http://schemas.openxmlformats.org/drawingml/2006/main" w="0">
            <a:solidFill>
              <a:srgbClr val="1E8D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913A51-BA2A-488C-8952-34BD4A08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7B76"/>
                </a:solidFill>
              </a:defRPr>
            </a:pPr>
            <a:r>
              <a:rPr sz="900" b="1" i="0">
                <a:solidFill>
                  <a:srgbClr val="657B76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4CDF24-1EEC-4F95-8865-3DBE8D34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22E"/>
                </a:solidFill>
              </a:defRPr>
            </a:pPr>
            <a:r>
              <a:rPr sz="1350" b="1" i="0">
                <a:solidFill>
                  <a:srgbClr val="16322E"/>
                </a:solidFill>
              </a:rPr>
              <a:t>r314 / Evidence map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74CA96-5A3F-45F5-A9C8-DB9FD0CC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1BB53A-811C-45C5-A7FF-20B8A390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04 · EVIDENCE MAP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69B080-2C89-4E84-A1D9-5456EB59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B76"/>
                </a:solidFill>
              </a:defRPr>
            </a:pPr>
            <a:r>
              <a:rPr sz="900" b="1" i="0">
                <a:solidFill>
                  <a:srgbClr val="657B76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80DB18-31AB-4583-9EA0-A2F493DA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CE7"/>
          </a:solidFill>
          <a:ln xmlns:a="http://schemas.openxmlformats.org/drawingml/2006/main" w="9525">
            <a:solidFill>
              <a:srgbClr val="00897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B29070-105C-43AF-8A1C-63842770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97B"/>
                </a:solidFill>
              </a:defRPr>
            </a:pPr>
            <a:r>
              <a:rPr sz="975" b="1" i="0">
                <a:solidFill>
                  <a:srgbClr val="00897B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97C434-4897-4BE1-9436-986622BA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6322E"/>
                </a:solidFill>
              </a:defRPr>
            </a:pPr>
            <a:r>
              <a:rPr sz="1800" b="1" i="0">
                <a:solidFill>
                  <a:srgbClr val="16322E"/>
                </a:solidFill>
              </a:rPr>
              <a:t>r314 · verify-claim-sweep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27FAD1-5D23-4D88-B50F-DD8775CC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104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Context stays compact while evidence becomes primary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FFD525-D435-4E79-B13A-0155425B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838200"/>
            <a:ext cx="723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0897B"/>
          </a:solidFill>
          <a:ln xmlns:a="http://schemas.openxmlformats.org/drawingml/2006/main" w="0">
            <a:solidFill>
              <a:srgbClr val="00897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7F99C2-5D1B-4042-ACC9-3FD882CF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9048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Steer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C8CA72-AF76-4FE3-9616-32840C60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104900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9E0"/>
          </a:solidFill>
          <a:ln xmlns:a="http://schemas.openxmlformats.org/drawingml/2006/main" w="0">
            <a:solidFill>
              <a:srgbClr val="F5D9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704838-EA48-42B9-95EB-A73EA0A1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1430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93F60"/>
                </a:solidFill>
              </a:defRPr>
            </a:pPr>
            <a:r>
              <a:rPr sz="900" b="1" i="0">
                <a:solidFill>
                  <a:srgbClr val="D93F60"/>
                </a:solidFill>
              </a:rPr>
              <a:t>DEGRADED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7B6E5A-955E-4A86-80B1-3C72E4F9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04950"/>
            <a:ext cx="100774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BF835A-539D-4070-9FD6-17122265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954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CONTEXT MAP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BE1E44-2814-4489-BF33-63A8A147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9812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22E"/>
                </a:solidFill>
              </a:defRPr>
            </a:pPr>
            <a:r>
              <a:rPr sz="1125" b="1" i="0">
                <a:solidFill>
                  <a:srgbClr val="16322E"/>
                </a:solidFill>
              </a:rPr>
              <a:t>r314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DE8E2A-704D-4766-8AAD-6DE6B6E9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90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3906AD-6FC9-4CE6-90C2-367584DB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D6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8F86A4-E884-4462-8810-A5F915C2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D64"/>
          </a:solidFill>
          <a:ln xmlns:a="http://schemas.openxmlformats.org/drawingml/2006/main" w="0">
            <a:solidFill>
              <a:srgbClr val="1E8D6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330DCA-6CBB-4D29-AD10-DE7AA7D9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plan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0BD0E3-9FDA-4CA5-A576-26148B53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90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A9D816-25A4-4EAE-ACC6-BDB1AD0B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D6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03D9C9-CEEE-4A92-B366-63D7FBD7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D64"/>
          </a:solidFill>
          <a:ln xmlns:a="http://schemas.openxmlformats.org/drawingml/2006/main" w="0">
            <a:solidFill>
              <a:srgbClr val="1E8D6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E1138E1-78B3-45B3-BC68-87B6DF02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build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084E8B-48B2-4704-9927-29015C58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90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C9CA7D-7858-4CA3-8DA1-1B4F78D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0ECE7"/>
          </a:solidFill>
          <a:ln xmlns:a="http://schemas.openxmlformats.org/drawingml/2006/main" w="19050">
            <a:solidFill>
              <a:srgbClr val="00897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0C32F4-B01D-40A9-907C-CBF6F3D5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3F60"/>
          </a:solidFill>
          <a:ln xmlns:a="http://schemas.openxmlformats.org/drawingml/2006/main" w="0">
            <a:solidFill>
              <a:srgbClr val="D93F6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3EA36C-8965-4825-A89C-06C3EB6D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verify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2B4A73-1F06-40A5-9687-53567A41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90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A4347B-5F7B-4B62-A162-AD626C9D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C53252-2B06-4E4D-9841-938BA6B3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B3A235E-419B-4DAB-9D5B-4832528A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join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5D2060-DD29-4FC1-B141-882F7762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486B28-D826-49A5-98CA-50FD7C19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CF66E9-9C70-4A33-8CA3-C6292217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final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F2DE858-97F4-4B69-92FD-0A44579B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24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D93F60"/>
                </a:solidFill>
              </a:defRPr>
            </a:pPr>
            <a:r>
              <a:rPr sz="975" b="1" i="0">
                <a:solidFill>
                  <a:srgbClr val="D93F60"/>
                </a:solidFill>
              </a:rPr>
              <a:t>3 successors blocked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5719069-A507-48EE-A456-D976E376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86050"/>
            <a:ext cx="10077450" cy="3867150"/>
          </a:xfrm>
          <a:prstGeom xmlns:a="http://schemas.openxmlformats.org/drawingml/2006/main" prst="roundRect">
            <a:avLst>
              <a:gd name="adj" fmla="val 1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97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C2407BE-4C69-4C3E-A2F1-B6149997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956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0897B"/>
                </a:solidFill>
              </a:defRPr>
            </a:pPr>
            <a:r>
              <a:rPr sz="825" b="1" i="0">
                <a:solidFill>
                  <a:srgbClr val="00897B"/>
                </a:solidFill>
              </a:rPr>
              <a:t>FOCUS / REQUIREMENT R2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46D9787-3A21-49F7-84B9-E40E6AF5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004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22E"/>
                </a:solidFill>
              </a:defRPr>
            </a:pPr>
            <a:r>
              <a:rPr sz="1650" b="1" i="0">
                <a:solidFill>
                  <a:srgbClr val="16322E"/>
                </a:solidFill>
              </a:rPr>
              <a:t>Suspended leases are re-queued, never dropped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B4FA0A-7E0C-48A0-A307-764B394D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2420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9E0"/>
          </a:solidFill>
          <a:ln xmlns:a="http://schemas.openxmlformats.org/drawingml/2006/main" w="0">
            <a:solidFill>
              <a:srgbClr val="F5D9E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EA96EB2-88D4-40F7-A19A-8C5A284D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623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93F60"/>
                </a:solidFill>
              </a:defRPr>
            </a:pPr>
            <a:r>
              <a:rPr sz="1125" b="1" i="0">
                <a:solidFill>
                  <a:srgbClr val="D93F60"/>
                </a:solidFill>
              </a:rPr>
              <a:t>C / C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45AACA9-8949-4ECA-8ACA-E28840A8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10000"/>
            <a:ext cx="5810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3154A71-DB23-458B-AF3C-0FEE8C76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814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VERIFIER EVIDENCE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C1AC8BE-902E-4D14-B234-74C038B6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322E"/>
                </a:solidFill>
              </a:defRPr>
            </a:pPr>
            <a:r>
              <a:rPr sz="1275" b="1" i="0">
                <a:solidFill>
                  <a:srgbClr val="16322E"/>
                </a:solidFill>
              </a:rPr>
              <a:t>Suspension mid-sweep skips the row; same defect as attempt 1.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86AFE80-09C3-43A7-978D-9ABF0C4A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34099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5D9E0"/>
          </a:solidFill>
          <a:ln xmlns:a="http://schemas.openxmlformats.org/drawingml/2006/main" w="9525">
            <a:solidFill>
              <a:srgbClr val="D93F6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640013B-4A43-4ABD-9086-9793E454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814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93F60"/>
                </a:solidFill>
              </a:defRPr>
            </a:pPr>
            <a:r>
              <a:rPr sz="825" b="1" i="0">
                <a:solidFill>
                  <a:srgbClr val="D93F60"/>
                </a:solidFill>
              </a:rPr>
              <a:t>PACKET GAP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B8BA9EC-97DF-4363-B75B-03DF1147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22E"/>
                </a:solidFill>
              </a:defRPr>
            </a:pPr>
            <a:r>
              <a:rPr sz="1350" b="1" i="0">
                <a:solidFill>
                  <a:srgbClr val="16322E"/>
                </a:solidFill>
              </a:rPr>
              <a:t>replay + incident absent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25DA155-066D-45B8-BFA1-D711AA8B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91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B76"/>
                </a:solidFill>
              </a:defRPr>
            </a:pPr>
            <a:r>
              <a:rPr sz="900" b="0" i="0">
                <a:solidFill>
                  <a:srgbClr val="657B76"/>
                </a:solidFill>
              </a:rPr>
              <a:t>BUSY_SNAPSHOT · 2026-07-16 10:22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DADA868-6E17-48E1-A1FC-B9C4A15F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81600"/>
            <a:ext cx="5810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7FAF9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5DD0A39-3492-4DC3-AEAC-4AD57834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53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DECISION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0FAF592-20BE-4118-B8D6-D20CB6AA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38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77A08"/>
                </a:solidFill>
              </a:defRPr>
            </a:pPr>
            <a:r>
              <a:rPr sz="1275" b="1" i="0">
                <a:solidFill>
                  <a:srgbClr val="C77A08"/>
                </a:solidFill>
              </a:rPr>
              <a:t>$1.05 retry · 1 attempt left · 3 successors blocked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97D8C12-7694-4C97-9B7F-3D592B33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81600"/>
            <a:ext cx="15811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6DC3EDF-7797-4E81-A4D9-809488CE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48275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6322E"/>
                </a:solidFill>
              </a:defRPr>
            </a:pPr>
            <a:r>
              <a:rPr sz="975" b="1" i="0">
                <a:solidFill>
                  <a:srgbClr val="16322E"/>
                </a:solidFill>
              </a:rPr>
              <a:t>Raw packet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F207DEA-431B-47E0-B342-ED2E467A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81600"/>
            <a:ext cx="16954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897B"/>
          </a:solidFill>
          <a:ln xmlns:a="http://schemas.openxmlformats.org/drawingml/2006/main" w="0">
            <a:solidFill>
              <a:srgbClr val="00897B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AE3C326-4C58-45CC-A90D-00091131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4827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Steer with evidence</a:t>
            </a:r>
          </a:p>
        </p:txBody>
      </p:sp>
    </p:spTree>
    <p:extLst>
      <p:ext uri="{BB962C8B-B14F-4D97-AF65-F5344CB8AC3E}">
        <p14:creationId xmlns:p14="http://schemas.microsoft.com/office/powerpoint/2010/main" val="1848369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1538CC5-1F76-4423-882A-8AA6843A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1D510-F6CC-4171-B168-128EBE52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E946F-E2B1-485C-8A09-603EE264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69450-B733-4DC1-9C24-9027A762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897B"/>
                </a:solidFill>
              </a:defRPr>
            </a:pPr>
            <a:r>
              <a:rPr sz="1200" b="1" i="0">
                <a:solidFill>
                  <a:srgbClr val="00897B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AE0D6-0439-47B6-851A-A56222AA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FA708-D770-4C93-A0A5-2BB59B14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51940-87FA-4C42-9234-EF6FE80F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Fleet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9D0AD-AA74-41A0-A555-721A7A85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8587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0ECE7"/>
          </a:solidFill>
          <a:ln xmlns:a="http://schemas.openxmlformats.org/drawingml/2006/main" w="0">
            <a:solidFill>
              <a:srgbClr val="D0EC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E0F95-AEC1-48AA-96E9-CCA7F6EA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0ECE7"/>
          </a:solidFill>
          <a:ln xmlns:a="http://schemas.openxmlformats.org/drawingml/2006/main" w="9525">
            <a:solidFill>
              <a:srgbClr val="0089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2A1EE-3B1A-4B5C-8416-23D47FB8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897B"/>
                </a:solidFill>
              </a:defRPr>
            </a:pPr>
            <a:r>
              <a:rPr sz="1050" b="1" i="0">
                <a:solidFill>
                  <a:srgbClr val="00897B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2AA92-30CC-4FC6-8C49-474EC3D2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6322E"/>
                </a:solidFill>
              </a:defRPr>
            </a:pPr>
            <a:r>
              <a:rPr sz="975" b="1" i="0">
                <a:solidFill>
                  <a:srgbClr val="16322E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F58D0-D61B-498B-A1F4-71108701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17D43-F905-439D-AD1A-21153782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542A3-FCFB-4262-95DA-FCFD6045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BBC6E-824E-4C13-AC8B-32DF967A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BB220-7356-49FE-ABE2-823DDA47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F5FB61-4FC4-4559-B007-A566F852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3BE22-77DF-42BF-80FE-21810F17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5E4D4B-27C6-4D86-B331-DEB99614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4FA184-A0E6-4E51-BE98-D0D41D40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91F278-0DA1-4888-8D85-11C07DE9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EABD8-B301-4821-BC65-E893181F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322E"/>
                </a:solidFill>
              </a:defRPr>
            </a:pPr>
            <a:r>
              <a:rPr sz="825" b="1" i="0">
                <a:solidFill>
                  <a:srgbClr val="16322E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C293F8-22C1-4895-A2EC-E72E620D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57B76"/>
                </a:solidFill>
              </a:defRPr>
            </a:pPr>
            <a:r>
              <a:rPr sz="825" b="0" i="0">
                <a:solidFill>
                  <a:srgbClr val="657B76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0D6D1A-ECB2-4AF4-9449-0B956F11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E9D29C-2E2C-4995-A4A0-ACAB1EE6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D64"/>
          </a:solidFill>
          <a:ln xmlns:a="http://schemas.openxmlformats.org/drawingml/2006/main" w="0">
            <a:solidFill>
              <a:srgbClr val="1E8D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7E5638-E2C5-49A2-A22B-B5CBA2E7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7B76"/>
                </a:solidFill>
              </a:defRPr>
            </a:pPr>
            <a:r>
              <a:rPr sz="900" b="1" i="0">
                <a:solidFill>
                  <a:srgbClr val="657B76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0301D3-2985-45A1-A63A-53FD8420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22E"/>
                </a:solidFill>
              </a:defRPr>
            </a:pPr>
            <a:r>
              <a:rPr sz="1350" b="1" i="0">
                <a:solidFill>
                  <a:srgbClr val="16322E"/>
                </a:solidFill>
              </a:rPr>
              <a:t>r314 / Evidence focus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D76045-5B61-4809-9D1C-4324D8BC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028D0E-FED6-45C6-AACD-F5D79D12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04 · EVIDENCE MAP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05E3FC-B3D5-4CAF-8AFD-627006F3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B76"/>
                </a:solidFill>
              </a:defRPr>
            </a:pPr>
            <a:r>
              <a:rPr sz="900" b="1" i="0">
                <a:solidFill>
                  <a:srgbClr val="657B76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94B63B-7D5E-4F70-A86F-16811DCD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CE7"/>
          </a:solidFill>
          <a:ln xmlns:a="http://schemas.openxmlformats.org/drawingml/2006/main" w="9525">
            <a:solidFill>
              <a:srgbClr val="00897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837FC5-852E-45BF-B0D5-B3EC2878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97B"/>
                </a:solidFill>
              </a:defRPr>
            </a:pPr>
            <a:r>
              <a:rPr sz="975" b="1" i="0">
                <a:solidFill>
                  <a:srgbClr val="00897B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1E2709-E1E2-418D-BDD1-5DA329CA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6322E"/>
                </a:solidFill>
              </a:defRPr>
            </a:pPr>
            <a:r>
              <a:rPr sz="1800" b="1" i="0">
                <a:solidFill>
                  <a:srgbClr val="16322E"/>
                </a:solidFill>
              </a:rPr>
              <a:t>Attempt comparison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64443B-82C1-45C6-872B-7F965FFF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104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R2 selected · topology remains anchored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07B7FF-50CB-45CD-AF03-769EDC9A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838200"/>
            <a:ext cx="1181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0897B"/>
          </a:solidFill>
          <a:ln xmlns:a="http://schemas.openxmlformats.org/drawingml/2006/main" w="0">
            <a:solidFill>
              <a:srgbClr val="00897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08FA27-E59D-4711-B879-9C158F84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9048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Use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EA919A-323E-44E3-8331-07DB9DAD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04950"/>
            <a:ext cx="100774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7D4B2C-8699-42F4-A0DD-311F6588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954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CONTEXT MAP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A320DA-8D8D-4946-8F92-FB9F2B6B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9812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22E"/>
                </a:solidFill>
              </a:defRPr>
            </a:pPr>
            <a:r>
              <a:rPr sz="1125" b="1" i="0">
                <a:solidFill>
                  <a:srgbClr val="16322E"/>
                </a:solidFill>
              </a:rPr>
              <a:t>r314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571844-978E-4E71-9462-30085BFD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90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945584-9891-4A17-B7C0-9F6DF911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D6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2A091C-FCEC-4012-809B-54B8D5C8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D64"/>
          </a:solidFill>
          <a:ln xmlns:a="http://schemas.openxmlformats.org/drawingml/2006/main" w="0">
            <a:solidFill>
              <a:srgbClr val="1E8D6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435AB3-27AE-4E53-A7FD-E0F18A4F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plan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531300-B29E-4204-9618-20DECB63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90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0B556F-0DDC-4F9C-BB6A-930038A6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D6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DE552B-B685-41A4-B67D-9DC8624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D64"/>
          </a:solidFill>
          <a:ln xmlns:a="http://schemas.openxmlformats.org/drawingml/2006/main" w="0">
            <a:solidFill>
              <a:srgbClr val="1E8D6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47F957-9D40-4735-B630-FF49AC2D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build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FF1945-A354-4EED-BF16-39BD206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90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063533-C9E7-4A21-A203-4D816A86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0ECE7"/>
          </a:solidFill>
          <a:ln xmlns:a="http://schemas.openxmlformats.org/drawingml/2006/main" w="19050">
            <a:solidFill>
              <a:srgbClr val="00897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22676C-787A-45F8-BE29-7C63EA3D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3F60"/>
          </a:solidFill>
          <a:ln xmlns:a="http://schemas.openxmlformats.org/drawingml/2006/main" w="0">
            <a:solidFill>
              <a:srgbClr val="D93F6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53EB70-78BC-433A-9ADA-AACC00FB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verify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F04E82-9200-4041-AAF3-B98F5DEF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90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6FE339-ECB3-41DE-BFA6-08F2C9AC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3AEEAB-E6C6-4A9C-93C8-F74564B8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8323A4-1550-4D53-B2B1-6C8ED4E9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join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763172F-DD2E-4487-BB6C-51FB79F8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FFA713-1A49-4C61-9762-DF42CC55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CA810A-F5A9-41F1-8796-5EAF269B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final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BF2326-F0D3-4442-87F8-916B90F0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24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D93F60"/>
                </a:solidFill>
              </a:defRPr>
            </a:pPr>
            <a:r>
              <a:rPr sz="975" b="1" i="0">
                <a:solidFill>
                  <a:srgbClr val="D93F60"/>
                </a:solidFill>
              </a:rPr>
              <a:t>3 successors blocked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F7872CB-0E5D-4B81-A043-CAAC640E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86050"/>
            <a:ext cx="10077450" cy="3867150"/>
          </a:xfrm>
          <a:prstGeom xmlns:a="http://schemas.openxmlformats.org/drawingml/2006/main" prst="roundRect">
            <a:avLst>
              <a:gd name="adj" fmla="val 1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97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84C220-4FBA-444F-8DEE-220D067E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146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ATTEMPT 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56DC500-339A-4310-BF2D-8F2B6A01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146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ATTEMPT 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27F6D2-26F5-42E8-87B6-B87C3C99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00400"/>
            <a:ext cx="4629150" cy="1981200"/>
          </a:xfrm>
          <a:prstGeom xmlns:a="http://schemas.openxmlformats.org/drawingml/2006/main" prst="roundRect">
            <a:avLst>
              <a:gd name="adj" fmla="val 2885"/>
            </a:avLst>
          </a:prstGeom>
          <a:solidFill xmlns:a="http://schemas.openxmlformats.org/drawingml/2006/main">
            <a:srgbClr val="F7FAF9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94B4708-4634-4803-A0FA-9A7D6FFE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00400"/>
            <a:ext cx="4610100" cy="1981200"/>
          </a:xfrm>
          <a:prstGeom xmlns:a="http://schemas.openxmlformats.org/drawingml/2006/main" prst="roundRect">
            <a:avLst>
              <a:gd name="adj" fmla="val 2885"/>
            </a:avLst>
          </a:prstGeom>
          <a:solidFill xmlns:a="http://schemas.openxmlformats.org/drawingml/2006/main">
            <a:srgbClr val="F7FAF9"/>
          </a:solidFill>
          <a:ln xmlns:a="http://schemas.openxmlformats.org/drawingml/2006/main" w="9525">
            <a:solidFill>
              <a:srgbClr val="D93F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58E2AC7-7709-4A64-BAB3-A881CBD0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90900"/>
            <a:ext cx="628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9E0"/>
          </a:solidFill>
          <a:ln xmlns:a="http://schemas.openxmlformats.org/drawingml/2006/main" w="0">
            <a:solidFill>
              <a:srgbClr val="F5D9E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59C4930-F070-4DBA-80EF-5C4823C0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4290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93F60"/>
                </a:solidFill>
              </a:defRPr>
            </a:pPr>
            <a:r>
              <a:rPr sz="1125" b="1" i="0">
                <a:solidFill>
                  <a:srgbClr val="D93F60"/>
                </a:solidFill>
              </a:rPr>
              <a:t>C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26A73BD-823C-478F-85BB-873E44A5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90900"/>
            <a:ext cx="628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9E0"/>
          </a:solidFill>
          <a:ln xmlns:a="http://schemas.openxmlformats.org/drawingml/2006/main" w="0">
            <a:solidFill>
              <a:srgbClr val="F5D9E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AE3738A-39C0-40A2-95C1-F6769A20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290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93F60"/>
                </a:solidFill>
              </a:defRPr>
            </a:pPr>
            <a:r>
              <a:rPr sz="1125" b="1" i="0">
                <a:solidFill>
                  <a:srgbClr val="D93F60"/>
                </a:solidFill>
              </a:rPr>
              <a:t>C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81B0224-6F5F-47BE-9D86-3C76E372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862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322E"/>
                </a:solidFill>
              </a:defRPr>
            </a:pPr>
            <a:r>
              <a:rPr sz="1275" b="1" i="0">
                <a:solidFill>
                  <a:srgbClr val="16322E"/>
                </a:solidFill>
              </a:rPr>
              <a:t>State check filters the row out instead of re-queuing it.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723AF6C-B95C-467C-802F-FD24F517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322E"/>
                </a:solidFill>
              </a:defRPr>
            </a:pPr>
            <a:r>
              <a:rPr sz="1275" b="1" i="0">
                <a:solidFill>
                  <a:srgbClr val="16322E"/>
                </a:solidFill>
              </a:rPr>
              <a:t>Same defect; attempt packet contains no new scenario.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8A470D9-BA4E-414E-8CB0-015BD1E2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48200"/>
            <a:ext cx="1181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ECE3"/>
          </a:solidFill>
          <a:ln xmlns:a="http://schemas.openxmlformats.org/drawingml/2006/main" w="0">
            <a:solidFill>
              <a:srgbClr val="D4ECE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1ACB15D-B05A-49D2-ADD1-95D42B17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6863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E8D64"/>
                </a:solidFill>
              </a:defRPr>
            </a:pPr>
            <a:r>
              <a:rPr sz="825" b="1" i="0">
                <a:solidFill>
                  <a:srgbClr val="1E8D64"/>
                </a:solidFill>
              </a:rPr>
              <a:t>✓ verdict text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ACBFFBC-C888-4FC4-9CDD-53CABC82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4820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9E0"/>
          </a:solidFill>
          <a:ln xmlns:a="http://schemas.openxmlformats.org/drawingml/2006/main" w="0">
            <a:solidFill>
              <a:srgbClr val="F5D9E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53B00AB-FC92-4A3A-AE99-EC68DAF3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863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D93F60"/>
                </a:solidFill>
              </a:defRPr>
            </a:pPr>
            <a:r>
              <a:rPr sz="825" b="1" i="0">
                <a:solidFill>
                  <a:srgbClr val="D93F60"/>
                </a:solidFill>
              </a:rPr>
              <a:t>× replay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9F43D4F-B48E-4FD5-A61F-B3B0C086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482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9E0"/>
          </a:solidFill>
          <a:ln xmlns:a="http://schemas.openxmlformats.org/drawingml/2006/main" w="0">
            <a:solidFill>
              <a:srgbClr val="F5D9E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1CA2A68-377B-4226-B035-D4FD2929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6863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D93F60"/>
                </a:solidFill>
              </a:defRPr>
            </a:pPr>
            <a:r>
              <a:rPr sz="825" b="1" i="0">
                <a:solidFill>
                  <a:srgbClr val="D93F60"/>
                </a:solidFill>
              </a:rPr>
              <a:t>× incident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0E4D1B0-B7F1-4A46-83BA-E58917C1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96202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5D9E0"/>
          </a:solidFill>
          <a:ln xmlns:a="http://schemas.openxmlformats.org/drawingml/2006/main" w="9525">
            <a:solidFill>
              <a:srgbClr val="D93F6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919FEFA-BF73-4BD1-B69E-BFD7FD3E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007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93F60"/>
                </a:solidFill>
              </a:defRPr>
            </a:pPr>
            <a:r>
              <a:rPr sz="825" b="1" i="0">
                <a:solidFill>
                  <a:srgbClr val="D93F60"/>
                </a:solidFill>
              </a:rPr>
              <a:t>SELECTED GAP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76ABDA1-B487-4C2B-9446-83489F1F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5626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322E"/>
                </a:solidFill>
              </a:defRPr>
            </a:pPr>
            <a:r>
              <a:rPr sz="1200" b="1" i="0">
                <a:solidFill>
                  <a:srgbClr val="16322E"/>
                </a:solidFill>
              </a:rPr>
              <a:t>BUSY_SNAPSHOT · 2026-07-16 10:22 · suspension replay · verifier record vr-112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085BA9B-E520-4CB6-940A-65B71692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600700"/>
            <a:ext cx="15049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897B"/>
          </a:solidFill>
          <a:ln xmlns:a="http://schemas.openxmlformats.org/drawingml/2006/main" w="0">
            <a:solidFill>
              <a:srgbClr val="00897B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623C345-5A19-4A8C-9E94-D9E1A161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66737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Use in steering</a:t>
            </a:r>
          </a:p>
        </p:txBody>
      </p:sp>
    </p:spTree>
    <p:extLst>
      <p:ext uri="{BB962C8B-B14F-4D97-AF65-F5344CB8AC3E}">
        <p14:creationId xmlns:p14="http://schemas.microsoft.com/office/powerpoint/2010/main" val="18181086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E2E3B52-EBC4-4EA4-935B-C6A43464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2985A-6A6F-4936-9BA0-ACEACA12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D5A67-2491-4123-852A-16277F88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8D191-1DBB-4EA9-8723-FD4D0B54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897B"/>
                </a:solidFill>
              </a:defRPr>
            </a:pPr>
            <a:r>
              <a:rPr sz="1200" b="1" i="0">
                <a:solidFill>
                  <a:srgbClr val="00897B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4A049-79BD-4151-8FE2-756B5E01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A4C3E-CCB7-4818-B918-289750CE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60174-40FA-4B83-8A37-D2B0573F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Fleet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BEA9B-2B45-4AC7-B339-87960EC5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8587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0ECE7"/>
          </a:solidFill>
          <a:ln xmlns:a="http://schemas.openxmlformats.org/drawingml/2006/main" w="0">
            <a:solidFill>
              <a:srgbClr val="D0EC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39D33-226D-4AB1-9596-8DF75B71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0ECE7"/>
          </a:solidFill>
          <a:ln xmlns:a="http://schemas.openxmlformats.org/drawingml/2006/main" w="9525">
            <a:solidFill>
              <a:srgbClr val="0089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F9DD0-C545-412C-AC9C-C037A86A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897B"/>
                </a:solidFill>
              </a:defRPr>
            </a:pPr>
            <a:r>
              <a:rPr sz="1050" b="1" i="0">
                <a:solidFill>
                  <a:srgbClr val="00897B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3026E-B581-4DA2-AFE4-80BFF345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6322E"/>
                </a:solidFill>
              </a:defRPr>
            </a:pPr>
            <a:r>
              <a:rPr sz="975" b="1" i="0">
                <a:solidFill>
                  <a:srgbClr val="16322E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D359E-F4D4-42FD-B30E-F0EE36EE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792B4E-CE5C-4D11-9909-364B08E7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1AAF4-2F07-474D-A33B-3EDD9779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02C67-30CE-4F86-AF08-E25FA8EB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18F9D-CF23-4136-B722-75E95D03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E696D-790A-476E-8A3D-28F135AF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6782B-EDF7-49E6-8752-BBF46A7B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B9C01-4F4D-4152-9141-A9F2B4A9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8D3B78-97E6-450D-B6D2-E97DBFD5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FF2B8-E71B-4589-AAB3-F783D190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56A88D-663F-4091-9AD0-46D08A22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322E"/>
                </a:solidFill>
              </a:defRPr>
            </a:pPr>
            <a:r>
              <a:rPr sz="825" b="1" i="0">
                <a:solidFill>
                  <a:srgbClr val="16322E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254EE-EF37-41B9-9883-0CA6B74C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57B76"/>
                </a:solidFill>
              </a:defRPr>
            </a:pPr>
            <a:r>
              <a:rPr sz="825" b="0" i="0">
                <a:solidFill>
                  <a:srgbClr val="657B76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615BD-AAB3-48BB-9BBB-C7F2C5D2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43D508-133A-4DD6-BF75-D985EA85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D64"/>
          </a:solidFill>
          <a:ln xmlns:a="http://schemas.openxmlformats.org/drawingml/2006/main" w="0">
            <a:solidFill>
              <a:srgbClr val="1E8D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98C89B-AC06-4408-8CAE-92915137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7B76"/>
                </a:solidFill>
              </a:defRPr>
            </a:pPr>
            <a:r>
              <a:rPr sz="900" b="1" i="0">
                <a:solidFill>
                  <a:srgbClr val="657B76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D48DED-F185-4A40-B143-3C267AA0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22E"/>
                </a:solidFill>
              </a:defRPr>
            </a:pPr>
            <a:r>
              <a:rPr sz="1350" b="1" i="0">
                <a:solidFill>
                  <a:srgbClr val="16322E"/>
                </a:solidFill>
              </a:rPr>
              <a:t>r314 / Steering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07785E-1F19-4E32-B482-46CB6E17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CDA976-6956-47ED-986A-4B23D8D2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04 · EVIDENCE MAP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E5E52D-436F-4A9C-ABA4-83780F98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B76"/>
                </a:solidFill>
              </a:defRPr>
            </a:pPr>
            <a:r>
              <a:rPr sz="900" b="1" i="0">
                <a:solidFill>
                  <a:srgbClr val="657B76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C11133-2D89-4C66-B850-8883F329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CE7"/>
          </a:solidFill>
          <a:ln xmlns:a="http://schemas.openxmlformats.org/drawingml/2006/main" w="9525">
            <a:solidFill>
              <a:srgbClr val="00897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97CBC0-E004-414A-8897-772CC15D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97B"/>
                </a:solidFill>
              </a:defRPr>
            </a:pPr>
            <a:r>
              <a:rPr sz="975" b="1" i="0">
                <a:solidFill>
                  <a:srgbClr val="00897B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CB8975-13C6-43FD-A91D-1DBD3FE5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6322E"/>
                </a:solidFill>
              </a:defRPr>
            </a:pPr>
            <a:r>
              <a:rPr sz="1800" b="1" i="0">
                <a:solidFill>
                  <a:srgbClr val="16322E"/>
                </a:solidFill>
              </a:rPr>
              <a:t>Steer from selected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C7F909-0303-4D39-84E3-100BBCC3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104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Context map and evidence remain visible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A3865C-9EEB-4F4B-AA7F-20C7CC63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04950"/>
            <a:ext cx="100774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EFE8DB-C62A-40BA-945D-F9EE1835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954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CONTEXT MAP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89DE18-E88D-42C7-8CE3-CF29D025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9812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22E"/>
                </a:solidFill>
              </a:defRPr>
            </a:pPr>
            <a:r>
              <a:rPr sz="1125" b="1" i="0">
                <a:solidFill>
                  <a:srgbClr val="16322E"/>
                </a:solidFill>
              </a:rPr>
              <a:t>r314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39272D-60CF-4499-87A3-32C13754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90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C1438C-A790-4A67-9ED9-9BD499B2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D6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440246-3F97-4FFC-9C27-60F275B8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D64"/>
          </a:solidFill>
          <a:ln xmlns:a="http://schemas.openxmlformats.org/drawingml/2006/main" w="0">
            <a:solidFill>
              <a:srgbClr val="1E8D6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68BB00-623F-46C7-B421-23039064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plan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94A354-31AE-47F0-826D-3F2A39D7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90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8726F4-C701-4175-A582-7C15346E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D6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518B70-CB6C-42EE-B784-FBCA9249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D64"/>
          </a:solidFill>
          <a:ln xmlns:a="http://schemas.openxmlformats.org/drawingml/2006/main" w="0">
            <a:solidFill>
              <a:srgbClr val="1E8D6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0B082E-9D25-42C3-98BC-5484989F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build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233520-89C9-403C-B8A1-B10E4135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90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3B89AF-EE00-4E16-A295-8E5FE49C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0ECE7"/>
          </a:solidFill>
          <a:ln xmlns:a="http://schemas.openxmlformats.org/drawingml/2006/main" w="19050">
            <a:solidFill>
              <a:srgbClr val="00897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CD8C9E-31E4-42A4-96F3-11DFC776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3F60"/>
          </a:solidFill>
          <a:ln xmlns:a="http://schemas.openxmlformats.org/drawingml/2006/main" w="0">
            <a:solidFill>
              <a:srgbClr val="D93F6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A81C05-13FD-4A58-819D-9D0B1FA0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verify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08109F-1A6B-45AD-8F50-E0CA31B6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90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91AAC3-4899-4041-AD94-E9654B7C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984767-904B-440F-9594-EAF16DE5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E07660-7495-4F93-87C6-944A7759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join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9850BF-775B-4BAB-BB84-CD33DAC8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262582-E35C-45B9-BA2E-EB3105A4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F55F0A-0612-475D-B4C5-0B3772C6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final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841BB4-1E2C-4166-9242-CC1EE792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24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D93F60"/>
                </a:solidFill>
              </a:defRPr>
            </a:pPr>
            <a:r>
              <a:rPr sz="975" b="1" i="0">
                <a:solidFill>
                  <a:srgbClr val="D93F60"/>
                </a:solidFill>
              </a:rPr>
              <a:t>3 successors blocked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1F7029-83DC-4F58-9AE6-D014204C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86050"/>
            <a:ext cx="3905250" cy="3867150"/>
          </a:xfrm>
          <a:prstGeom xmlns:a="http://schemas.openxmlformats.org/drawingml/2006/main" prst="roundRect">
            <a:avLst>
              <a:gd name="adj" fmla="val 1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2331D6-6BE8-488F-A19C-2033C617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956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0897B"/>
                </a:solidFill>
              </a:defRPr>
            </a:pPr>
            <a:r>
              <a:rPr sz="825" b="1" i="0">
                <a:solidFill>
                  <a:srgbClr val="00897B"/>
                </a:solidFill>
              </a:rPr>
              <a:t>SELECTED EVIDENCE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EEF8DF-6698-4EC5-9332-3335059E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004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9E0"/>
          </a:solidFill>
          <a:ln xmlns:a="http://schemas.openxmlformats.org/drawingml/2006/main" w="0">
            <a:solidFill>
              <a:srgbClr val="F5D9E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85896E-DE7A-4D3C-8C5B-EA19A187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385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93F60"/>
                </a:solidFill>
              </a:defRPr>
            </a:pPr>
            <a:r>
              <a:rPr sz="900" b="1" i="0">
                <a:solidFill>
                  <a:srgbClr val="D93F60"/>
                </a:solidFill>
              </a:rPr>
              <a:t>R2 · C / C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52F1A39-FF85-430C-A882-BB4F7465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385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322E"/>
                </a:solidFill>
              </a:defRPr>
            </a:pPr>
            <a:r>
              <a:rPr sz="1275" b="1" i="0">
                <a:solidFill>
                  <a:srgbClr val="16322E"/>
                </a:solidFill>
              </a:rPr>
              <a:t>Suspended leases are re-queued, never dropped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E1B8264-439D-497D-A65C-2E03C800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38650"/>
            <a:ext cx="34480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5D9E0"/>
          </a:solidFill>
          <a:ln xmlns:a="http://schemas.openxmlformats.org/drawingml/2006/main" w="9525">
            <a:solidFill>
              <a:srgbClr val="D93F6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3512F42-F77D-4FD6-AC0C-9FFCEF32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101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93F60"/>
                </a:solidFill>
              </a:defRPr>
            </a:pPr>
            <a:r>
              <a:rPr sz="825" b="1" i="0">
                <a:solidFill>
                  <a:srgbClr val="D93F60"/>
                </a:solidFill>
              </a:rPr>
              <a:t>PACKET GAP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81B4F0C-6EE6-4151-A02D-86C62C1E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958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22E"/>
                </a:solidFill>
              </a:defRPr>
            </a:pPr>
            <a:r>
              <a:rPr sz="1125" b="1" i="0">
                <a:solidFill>
                  <a:srgbClr val="16322E"/>
                </a:solidFill>
              </a:rPr>
              <a:t>replay + BUSY_SNAPSHOT incident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C9BBA11-0F9F-4179-8673-53A99BF7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62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77A08"/>
                </a:solidFill>
              </a:defRPr>
            </a:pPr>
            <a:r>
              <a:rPr sz="1050" b="1" i="0">
                <a:solidFill>
                  <a:srgbClr val="C77A08"/>
                </a:solidFill>
              </a:rPr>
              <a:t>$1.05 retry · 3 successors blocked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36916F4-29F5-4F36-B53F-B8605164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962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5C8"/>
          </a:solidFill>
          <a:ln xmlns:a="http://schemas.openxmlformats.org/drawingml/2006/main" w="0">
            <a:solidFill>
              <a:srgbClr val="F5E5C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C605185-31E9-43F3-AC70-7BEA3276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0007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77A08"/>
                </a:solidFill>
              </a:defRPr>
            </a:pPr>
            <a:r>
              <a:rPr sz="825" b="1" i="0">
                <a:solidFill>
                  <a:srgbClr val="C77A08"/>
                </a:solidFill>
              </a:rPr>
              <a:t>PROPOSED CAPABILITY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68CA7AE-9E95-4B64-8BFE-C86C2FB4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86050"/>
            <a:ext cx="5981700" cy="3867150"/>
          </a:xfrm>
          <a:prstGeom xmlns:a="http://schemas.openxmlformats.org/drawingml/2006/main" prst="roundRect">
            <a:avLst>
              <a:gd name="adj" fmla="val 1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954B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9652643-9A36-4837-9C87-2B218428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956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954B5"/>
                </a:solidFill>
              </a:defRPr>
            </a:pPr>
            <a:r>
              <a:rPr sz="825" b="1" i="0">
                <a:solidFill>
                  <a:srgbClr val="7954B5"/>
                </a:solidFill>
              </a:rPr>
              <a:t>STEERING FORM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4FE677B-F742-4321-98DF-FE0A0876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004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7B76"/>
                </a:solidFill>
              </a:defRPr>
            </a:pPr>
            <a:r>
              <a:rPr sz="900" b="1" i="0">
                <a:solidFill>
                  <a:srgbClr val="657B76"/>
                </a:solidFill>
              </a:rPr>
              <a:t>DIRECTIVE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871D8CD-5E32-4928-8918-E71454E8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950"/>
            <a:ext cx="5524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7FAF9"/>
          </a:solidFill>
          <a:ln xmlns:a="http://schemas.openxmlformats.org/drawingml/2006/main" w="19050">
            <a:solidFill>
              <a:srgbClr val="00897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17B17E7-AD64-4A2E-9EEF-D134307E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529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22E"/>
                </a:solidFill>
              </a:defRPr>
            </a:pPr>
            <a:r>
              <a:rPr sz="1125" b="1" i="0">
                <a:solidFill>
                  <a:srgbClr val="16322E"/>
                </a:solidFill>
              </a:rPr>
              <a:t>Read lease-state snapshots outside the lock; verify suspension mid-sweep before reconnecting the join.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919002D-4049-45CA-8C27-475AAE5B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7B76"/>
                </a:solidFill>
              </a:defRPr>
            </a:pPr>
            <a:r>
              <a:rPr sz="900" b="1" i="0">
                <a:solidFill>
                  <a:srgbClr val="657B76"/>
                </a:solidFill>
              </a:rPr>
              <a:t>ATTACHMENTS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6B62E8-9993-4EDE-9BE9-7B22132B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5524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AF9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61F82D5-4FB3-400F-9BD6-21DCEA4B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529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6322E"/>
                </a:solidFill>
              </a:defRPr>
            </a:pPr>
            <a:r>
              <a:rPr sz="975" b="0" i="0">
                <a:solidFill>
                  <a:srgbClr val="16322E"/>
                </a:solidFill>
              </a:rPr>
              <a:t>BUSY_SNAPSHOT · 2026-07-16 10:22 · vr-112 · 8f62b04c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FF79C73-92B2-4B9F-8F1D-EB5CF86B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292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7B76"/>
                </a:solidFill>
              </a:defRPr>
            </a:pPr>
            <a:r>
              <a:rPr sz="900" b="1" i="0">
                <a:solidFill>
                  <a:srgbClr val="657B76"/>
                </a:solidFill>
              </a:rPr>
              <a:t>SCOPE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67E4FC0-CA61-460C-97D4-C23E627A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38750"/>
            <a:ext cx="1714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AF9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24390DA-9883-45E8-B2E4-03C14976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340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verify region + successors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E6F05FB-C071-4414-8B56-C35E3A65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292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7B76"/>
                </a:solidFill>
              </a:defRPr>
            </a:pPr>
            <a:r>
              <a:rPr sz="900" b="1" i="0">
                <a:solidFill>
                  <a:srgbClr val="657B76"/>
                </a:solidFill>
              </a:rPr>
              <a:t>AUTHORITY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C6F3C46-D793-499F-A424-1F16A663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38750"/>
            <a:ext cx="1714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AF9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865A147-24A6-4F37-85B2-3B29C72F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340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Propose for approval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B7E4568-ECB6-4AF0-967C-DB69940D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02920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7B76"/>
                </a:solidFill>
              </a:defRPr>
            </a:pPr>
            <a:r>
              <a:rPr sz="900" b="1" i="0">
                <a:solidFill>
                  <a:srgbClr val="657B76"/>
                </a:solidFill>
              </a:rPr>
              <a:t>BUDGET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8AE82FE-A742-4538-AABA-0CCCB5B0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238750"/>
            <a:ext cx="18288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AF9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DA961F6-4332-4098-8A7A-4AF778A4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334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400k tokens / $1.50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8BF4E26-9582-4CB1-AA44-07A63FF4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981700"/>
            <a:ext cx="9144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C920968-53FF-4976-AECC-4786A7AF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048375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Cancel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B96167C-EF72-47C5-A662-79C4ED0F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981700"/>
            <a:ext cx="12763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897B"/>
          </a:solidFill>
          <a:ln xmlns:a="http://schemas.openxmlformats.org/drawingml/2006/main" w="0">
            <a:solidFill>
              <a:srgbClr val="00897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7AC47EA-B411-4446-BB59-1A6F1812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048375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Generate plan</a:t>
            </a:r>
          </a:p>
        </p:txBody>
      </p:sp>
    </p:spTree>
    <p:extLst>
      <p:ext uri="{BB962C8B-B14F-4D97-AF65-F5344CB8AC3E}">
        <p14:creationId xmlns:p14="http://schemas.microsoft.com/office/powerpoint/2010/main" val="3797898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48169B5-D571-4204-801F-9AB626F4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79F08-F4A9-4F2A-8D03-5F75E53A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729B8-37DF-4741-AF0B-04A99546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ADD37-1626-4F90-A2B1-7876E58D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897B"/>
                </a:solidFill>
              </a:defRPr>
            </a:pPr>
            <a:r>
              <a:rPr sz="1200" b="1" i="0">
                <a:solidFill>
                  <a:srgbClr val="00897B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78236-0516-40DC-98AC-B1F812FC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AACCC-6B22-427A-B3C8-76DAE2C6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1C85F-FD03-4D84-92A8-180ADA5B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Fleet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0E339-57E9-403C-9D15-83FD8F2C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8587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0ECE7"/>
          </a:solidFill>
          <a:ln xmlns:a="http://schemas.openxmlformats.org/drawingml/2006/main" w="0">
            <a:solidFill>
              <a:srgbClr val="D0EC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8C32A-6A4E-40A1-9F30-8DDC24C1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0ECE7"/>
          </a:solidFill>
          <a:ln xmlns:a="http://schemas.openxmlformats.org/drawingml/2006/main" w="9525">
            <a:solidFill>
              <a:srgbClr val="0089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0AD88-CDA2-48B0-8307-296D6D27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897B"/>
                </a:solidFill>
              </a:defRPr>
            </a:pPr>
            <a:r>
              <a:rPr sz="1050" b="1" i="0">
                <a:solidFill>
                  <a:srgbClr val="00897B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27138-D1E0-4B8D-81C4-E14505EF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6322E"/>
                </a:solidFill>
              </a:defRPr>
            </a:pPr>
            <a:r>
              <a:rPr sz="975" b="1" i="0">
                <a:solidFill>
                  <a:srgbClr val="16322E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FA2C8-0B8C-468A-8AB0-7E7E400C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65DCE-7711-4706-95C3-4D2AFFEB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C6189-3DD0-4530-AA46-091D6496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8967B-D5B2-434E-B928-163255D0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08628-716C-4143-8697-A2F91D24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2B21D-3A04-4B2F-A169-968BCBE0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3DF7B-C6C7-4A9B-B4A7-3D4E170E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12E"/>
          </a:solidFill>
          <a:ln xmlns:a="http://schemas.openxmlformats.org/drawingml/2006/main" w="0">
            <a:solidFill>
              <a:srgbClr val="1731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1016E-D360-49AA-9956-8774616A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57B76"/>
                </a:solidFill>
              </a:defRPr>
            </a:pPr>
            <a:r>
              <a:rPr sz="1050" b="1" i="0">
                <a:solidFill>
                  <a:srgbClr val="657B76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B9947D-5844-4C1F-A880-64A98BBF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96FC9A-F13E-4A14-B42E-9681C950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C55986-0AE4-474E-AFDF-D10FC629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322E"/>
                </a:solidFill>
              </a:defRPr>
            </a:pPr>
            <a:r>
              <a:rPr sz="825" b="1" i="0">
                <a:solidFill>
                  <a:srgbClr val="16322E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AC01CA-C0D0-4234-A67A-5AC3EC5F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57B76"/>
                </a:solidFill>
              </a:defRPr>
            </a:pPr>
            <a:r>
              <a:rPr sz="825" b="0" i="0">
                <a:solidFill>
                  <a:srgbClr val="657B76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09F43C-91A6-4346-90CE-8683E019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1DAE9B-D97B-4973-BDEC-D123D1D8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D64"/>
          </a:solidFill>
          <a:ln xmlns:a="http://schemas.openxmlformats.org/drawingml/2006/main" w="0">
            <a:solidFill>
              <a:srgbClr val="1E8D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9A4A12-CDE9-4D35-9B13-AE43ADB5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57B76"/>
                </a:solidFill>
              </a:defRPr>
            </a:pPr>
            <a:r>
              <a:rPr sz="900" b="1" i="0">
                <a:solidFill>
                  <a:srgbClr val="657B76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5B26B3-BE50-459B-89A3-F5344DEF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22E"/>
                </a:solidFill>
              </a:defRPr>
            </a:pPr>
            <a:r>
              <a:rPr sz="1350" b="1" i="0">
                <a:solidFill>
                  <a:srgbClr val="16322E"/>
                </a:solidFill>
              </a:rPr>
              <a:t>r314 / Recovery map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80B8E5-CF4F-4838-A141-6ED81DD8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AEB664-7EED-473F-8057-21276082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04 · EVIDENCE MAP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6F5F2F-602F-427F-94B0-2544CC53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57B76"/>
                </a:solidFill>
              </a:defRPr>
            </a:pPr>
            <a:r>
              <a:rPr sz="900" b="1" i="0">
                <a:solidFill>
                  <a:srgbClr val="657B76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D52F05-0868-456B-A95A-FB1B5CFA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CE7"/>
          </a:solidFill>
          <a:ln xmlns:a="http://schemas.openxmlformats.org/drawingml/2006/main" w="9525">
            <a:solidFill>
              <a:srgbClr val="00897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B59D02-DEC4-45F5-8898-695A1B24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97B"/>
                </a:solidFill>
              </a:defRPr>
            </a:pPr>
            <a:r>
              <a:rPr sz="975" b="1" i="0">
                <a:solidFill>
                  <a:srgbClr val="00897B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901015-F6FE-47C0-A5C8-175CBB98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6322E"/>
                </a:solidFill>
              </a:defRPr>
            </a:pPr>
            <a:r>
              <a:rPr sz="1800" b="1" i="0">
                <a:solidFill>
                  <a:srgbClr val="16322E"/>
                </a:solidFill>
              </a:rPr>
              <a:t>r314 · corrective route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3A506F-868A-4BA3-B0CF-112C7BD9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104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B76"/>
                </a:solidFill>
              </a:defRPr>
            </a:pPr>
            <a:r>
              <a:rPr sz="975" b="0" i="0">
                <a:solidFill>
                  <a:srgbClr val="657B76"/>
                </a:solidFill>
              </a:rPr>
              <a:t>Directive d-7 active · final gate resolved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A61224-4084-48A8-ADCD-7C300CD3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838200"/>
            <a:ext cx="1123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5EE25E-1554-4D7D-A7FA-885B12A1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90487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6322E"/>
                </a:solidFill>
              </a:defRPr>
            </a:pPr>
            <a:r>
              <a:rPr sz="825" b="1" i="0">
                <a:solidFill>
                  <a:srgbClr val="16322E"/>
                </a:solidFill>
              </a:rPr>
              <a:t>Outcome record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ED689C-4AD2-4B72-8AD5-10A94A56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1049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ECE3"/>
          </a:solidFill>
          <a:ln xmlns:a="http://schemas.openxmlformats.org/drawingml/2006/main" w="0">
            <a:solidFill>
              <a:srgbClr val="D4EC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805003-D832-43E8-AC9B-7693D97A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1430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E8D64"/>
                </a:solidFill>
              </a:defRPr>
            </a:pPr>
            <a:r>
              <a:rPr sz="900" b="1" i="0">
                <a:solidFill>
                  <a:srgbClr val="1E8D64"/>
                </a:solidFill>
              </a:rPr>
              <a:t>MERGED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9BF5BA-0EC6-4D25-A88B-BF48E0F2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04950"/>
            <a:ext cx="100774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CC6C7A-A3BE-4FE8-A748-5DC46CD1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954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CONTEXT MAP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C13FD5-3C68-41D3-BBFF-0AF5152E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9812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22E"/>
                </a:solidFill>
              </a:defRPr>
            </a:pPr>
            <a:r>
              <a:rPr sz="1125" b="1" i="0">
                <a:solidFill>
                  <a:srgbClr val="16322E"/>
                </a:solidFill>
              </a:rPr>
              <a:t>r314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53D447-F636-4A4D-ABEF-4EBB944F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90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DC64D7-D5B2-4885-AAA3-939DEC5E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D6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934A99-78CC-4A0D-9DBF-FC1214B3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D64"/>
          </a:solidFill>
          <a:ln xmlns:a="http://schemas.openxmlformats.org/drawingml/2006/main" w="0">
            <a:solidFill>
              <a:srgbClr val="1E8D6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C778EC-017D-445A-806A-D0A031E9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plan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9103FA-1672-4FC7-9AF7-A825D885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90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00024A-A253-442E-B993-EDDCF7F7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D6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18E985-E15A-40C4-AEA3-09DFF37F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D64"/>
          </a:solidFill>
          <a:ln xmlns:a="http://schemas.openxmlformats.org/drawingml/2006/main" w="0">
            <a:solidFill>
              <a:srgbClr val="1E8D6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678DD0-B0D2-4473-8D71-383A2362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build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606FEE-90E4-4CD4-A479-C8BE3AD7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90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556B22-4028-4C43-852B-2A46A1DE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3F6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42729A-4380-4DFF-8C26-8960F286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3F60"/>
          </a:solidFill>
          <a:ln xmlns:a="http://schemas.openxmlformats.org/drawingml/2006/main" w="0">
            <a:solidFill>
              <a:srgbClr val="D93F6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79D98A-53F5-41E8-B831-18822465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verify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0AB71D-39AB-4726-93D3-574E960A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90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9E7F43-5193-45EC-8518-F53300FA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0ECE7"/>
          </a:solidFill>
          <a:ln xmlns:a="http://schemas.openxmlformats.org/drawingml/2006/main" w="19050">
            <a:solidFill>
              <a:srgbClr val="00897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92B72C-D57F-4550-ACB7-1C9AAB91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A2B499-C737-4812-878A-2DA2EF1D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join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89E1F3-B6D7-4A08-BC73-1294B5D8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10668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3D87B8-9EE7-4A42-8843-233B3CC7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C8149E-56E7-49DE-AF05-088E5FFD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final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08369F-7743-48BB-A4BA-E2835C2F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24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E8D64"/>
                </a:solidFill>
              </a:defRPr>
            </a:pPr>
            <a:r>
              <a:rPr sz="975" b="1" i="0">
                <a:solidFill>
                  <a:srgbClr val="1E8D64"/>
                </a:solidFill>
              </a:rPr>
              <a:t>corrective route active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158C2D-7A3A-4DA8-8CEC-DCE57D1F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86050"/>
            <a:ext cx="10077450" cy="3867150"/>
          </a:xfrm>
          <a:prstGeom xmlns:a="http://schemas.openxmlformats.org/drawingml/2006/main" prst="roundRect">
            <a:avLst>
              <a:gd name="adj" fmla="val 1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8D6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EA889B-5DC2-4C9F-B910-44CD30DA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956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E8D64"/>
                </a:solidFill>
              </a:defRPr>
            </a:pPr>
            <a:r>
              <a:rPr sz="825" b="1" i="0">
                <a:solidFill>
                  <a:srgbClr val="1E8D64"/>
                </a:solidFill>
              </a:rPr>
              <a:t>RECOVERY ROUTE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6A2C21A-75DD-498D-9216-4EAB53F1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671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3B5270E-34FB-4DEC-82B1-06B7EC0E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29000"/>
            <a:ext cx="13525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7A0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E488A06-F05B-46DE-966B-18D22202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09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A08"/>
          </a:solidFill>
          <a:ln xmlns:a="http://schemas.openxmlformats.org/drawingml/2006/main" w="0">
            <a:solidFill>
              <a:srgbClr val="C77A0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A2CE044-9F46-4E2C-A216-41E4B06B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623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steer plan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9AF1C25-4D2A-4B46-8A74-A9E45643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6712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12DB716-9FF9-432E-B09F-0454C3C6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29000"/>
            <a:ext cx="13525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D6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DD6937A-4E15-48D7-A904-B43F4FA7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09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D64"/>
          </a:solidFill>
          <a:ln xmlns:a="http://schemas.openxmlformats.org/drawingml/2006/main" w="0">
            <a:solidFill>
              <a:srgbClr val="1E8D6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4B9F145-9785-4038-8C47-DBC92018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623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build rework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4AD2D91-277B-465C-9BFC-C663FFDC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671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43AD99B-0AAC-42BE-A036-608B220B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29000"/>
            <a:ext cx="13525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7A0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E407B36-6E27-4B93-B917-95F546D4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09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A08"/>
          </a:solidFill>
          <a:ln xmlns:a="http://schemas.openxmlformats.org/drawingml/2006/main" w="0">
            <a:solidFill>
              <a:srgbClr val="C77A0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9118A75-83B4-4F96-9D32-A516A490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623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verify + replay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901B0C8-91FC-4D33-BC3C-193B0435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6712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C8"/>
          </a:solidFill>
          <a:ln xmlns:a="http://schemas.openxmlformats.org/drawingml/2006/main" w="0">
            <a:solidFill>
              <a:srgbClr val="B9CEC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3F840BF-A34A-48BC-9C0B-A4A9C4F8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29000"/>
            <a:ext cx="13525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0ECE7"/>
          </a:solidFill>
          <a:ln xmlns:a="http://schemas.openxmlformats.org/drawingml/2006/main" w="19050">
            <a:solidFill>
              <a:srgbClr val="00897B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368E9D2-4A71-4C7E-BB87-9BABE34E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09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D64"/>
          </a:solidFill>
          <a:ln xmlns:a="http://schemas.openxmlformats.org/drawingml/2006/main" w="0">
            <a:solidFill>
              <a:srgbClr val="1E8D64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5BB42E9-C75D-4D87-9469-5356CD01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623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join rewired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9516DED-660C-474F-971A-32E4581D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29000"/>
            <a:ext cx="13525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8D64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A9D538C-5326-4FDD-B5F9-A38BDEBA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9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D64"/>
          </a:solidFill>
          <a:ln xmlns:a="http://schemas.openxmlformats.org/drawingml/2006/main" w="0">
            <a:solidFill>
              <a:srgbClr val="1E8D64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FB5CF29-D583-4ACF-991C-ADD5E9B2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623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2E"/>
                </a:solidFill>
              </a:defRPr>
            </a:pPr>
            <a:r>
              <a:rPr sz="1050" b="1" i="0">
                <a:solidFill>
                  <a:srgbClr val="16322E"/>
                </a:solidFill>
              </a:rPr>
              <a:t>final green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E37C07A-EEC2-4539-96C8-D1645398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52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7954B5"/>
                </a:solidFill>
              </a:defRPr>
            </a:pPr>
            <a:r>
              <a:rPr sz="1200" b="1" i="0">
                <a:solidFill>
                  <a:srgbClr val="7954B5"/>
                </a:solidFill>
              </a:rPr>
              <a:t>directive + incident + fix commit bound into corrective packets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634AA6C-FCA2-4C8B-A7F9-1CFD9558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67250"/>
            <a:ext cx="93726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D4ECE3"/>
          </a:solidFill>
          <a:ln xmlns:a="http://schemas.openxmlformats.org/drawingml/2006/main" w="9525">
            <a:solidFill>
              <a:srgbClr val="1E8D64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0A415D5-162E-422B-B071-7812B8B4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33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8D64"/>
                </a:solidFill>
              </a:defRPr>
            </a:pPr>
            <a:r>
              <a:rPr sz="1650" b="1" i="0">
                <a:solidFill>
                  <a:srgbClr val="1E8D64"/>
                </a:solidFill>
              </a:rPr>
              <a:t>14:05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5DB0FCF-6C4F-4C3E-B7F5-9420AF00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3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322E"/>
                </a:solidFill>
              </a:defRPr>
            </a:pPr>
            <a:r>
              <a:rPr sz="1275" b="1" i="0">
                <a:solidFill>
                  <a:srgbClr val="16322E"/>
                </a:solidFill>
              </a:rPr>
              <a:t>final gate green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2CD47DD-A9A8-4039-8B67-2982C1BF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339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322E"/>
                </a:solidFill>
              </a:defRPr>
            </a:pPr>
            <a:r>
              <a:rPr sz="1425" b="1" i="0">
                <a:solidFill>
                  <a:srgbClr val="16322E"/>
                </a:solidFill>
              </a:rPr>
              <a:t>Merged · 6h 51m · $6.94 / $12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2A18D3D-B3DE-40D4-A82B-F30BE91F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953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E8D64"/>
                </a:solidFill>
              </a:defRPr>
            </a:pPr>
            <a:r>
              <a:rPr sz="1125" b="1" i="0">
                <a:solidFill>
                  <a:srgbClr val="1E8D64"/>
                </a:solidFill>
              </a:rPr>
              <a:t>outcome o-19 created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9D9701B-4B4A-437C-B5C6-FC77B14F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9817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B76"/>
                </a:solidFill>
              </a:defRPr>
            </a:pPr>
            <a:r>
              <a:rPr sz="825" b="1" i="0">
                <a:solidFill>
                  <a:srgbClr val="657B76"/>
                </a:solidFill>
              </a:rPr>
              <a:t>LEARNING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1A07EE5-622C-449E-8425-2E443128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43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322E"/>
                </a:solidFill>
              </a:defRPr>
            </a:pPr>
            <a:r>
              <a:rPr sz="1200" b="1" i="0">
                <a:solidFill>
                  <a:srgbClr val="16322E"/>
                </a:solidFill>
              </a:rPr>
              <a:t>Repeated incident context belongs upstream in the routine.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77F8AF8-1CD1-4E0D-9C5E-F421AC87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905500"/>
            <a:ext cx="1809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C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96ADD60-C445-49F5-A372-EA686392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9721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322E"/>
                </a:solidFill>
              </a:defRPr>
            </a:pPr>
            <a:r>
              <a:rPr sz="900" b="1" i="0">
                <a:solidFill>
                  <a:srgbClr val="16322E"/>
                </a:solidFill>
              </a:rPr>
              <a:t>Create routine change</a:t>
            </a:r>
          </a:p>
        </p:txBody>
      </p:sp>
    </p:spTree>
    <p:extLst>
      <p:ext uri="{BB962C8B-B14F-4D97-AF65-F5344CB8AC3E}">
        <p14:creationId xmlns:p14="http://schemas.microsoft.com/office/powerpoint/2010/main" val="750112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2026-07-18T21:55:17.0230000Z</dcterms:created>
  <dcterms:modified xsi:type="dcterms:W3CDTF">2026-07-18T21:55:17.0230000Z</dcterms:modified>
</coreProperties>
</file>